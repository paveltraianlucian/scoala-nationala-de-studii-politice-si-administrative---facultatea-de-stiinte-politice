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318" r:id="rId5"/>
    <p:sldId id="259" r:id="rId6"/>
    <p:sldId id="350" r:id="rId7"/>
    <p:sldId id="261" r:id="rId8"/>
    <p:sldId id="262" r:id="rId9"/>
    <p:sldId id="315" r:id="rId10"/>
    <p:sldId id="316" r:id="rId11"/>
    <p:sldId id="319" r:id="rId12"/>
    <p:sldId id="317" r:id="rId13"/>
    <p:sldId id="320" r:id="rId14"/>
    <p:sldId id="263" r:id="rId15"/>
    <p:sldId id="367" r:id="rId16"/>
    <p:sldId id="264" r:id="rId17"/>
    <p:sldId id="265" r:id="rId18"/>
    <p:sldId id="322" r:id="rId19"/>
    <p:sldId id="361" r:id="rId20"/>
    <p:sldId id="363" r:id="rId21"/>
    <p:sldId id="364" r:id="rId22"/>
    <p:sldId id="266" r:id="rId23"/>
    <p:sldId id="342" r:id="rId24"/>
    <p:sldId id="344" r:id="rId25"/>
    <p:sldId id="343" r:id="rId26"/>
    <p:sldId id="348" r:id="rId27"/>
    <p:sldId id="365" r:id="rId28"/>
    <p:sldId id="366" r:id="rId29"/>
    <p:sldId id="345" r:id="rId30"/>
    <p:sldId id="352" r:id="rId31"/>
    <p:sldId id="269" r:id="rId32"/>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84"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F49A2B-7699-4696-A3CE-7C191EFF4D46}" type="datetimeFigureOut">
              <a:rPr lang="ro-RO" smtClean="0"/>
              <a:t>24.03.2020</a:t>
            </a:fld>
            <a:endParaRPr lang="ro-RO"/>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B3C01-C06B-49C1-AFDA-AD8B7B32A126}" type="slidenum">
              <a:rPr lang="ro-RO" smtClean="0"/>
              <a:t>‹#›</a:t>
            </a:fld>
            <a:endParaRPr lang="ro-RO"/>
          </a:p>
        </p:txBody>
      </p:sp>
    </p:spTree>
    <p:extLst>
      <p:ext uri="{BB962C8B-B14F-4D97-AF65-F5344CB8AC3E}">
        <p14:creationId xmlns:p14="http://schemas.microsoft.com/office/powerpoint/2010/main" val="933827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ubstituent imagine diapozitiv 1">
            <a:extLst>
              <a:ext uri="{FF2B5EF4-FFF2-40B4-BE49-F238E27FC236}">
                <a16:creationId xmlns:a16="http://schemas.microsoft.com/office/drawing/2014/main" id="{7BD799D7-222D-4CCA-AB60-ABD23456D40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Substituent note 2">
            <a:extLst>
              <a:ext uri="{FF2B5EF4-FFF2-40B4-BE49-F238E27FC236}">
                <a16:creationId xmlns:a16="http://schemas.microsoft.com/office/drawing/2014/main" id="{615B9F01-E142-4A20-BAB2-E7FDB3FC7C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o-RO" altLang="ro-RO"/>
          </a:p>
        </p:txBody>
      </p:sp>
      <p:sp>
        <p:nvSpPr>
          <p:cNvPr id="28676" name="Substituent număr diapozitiv 3">
            <a:extLst>
              <a:ext uri="{FF2B5EF4-FFF2-40B4-BE49-F238E27FC236}">
                <a16:creationId xmlns:a16="http://schemas.microsoft.com/office/drawing/2014/main" id="{BEA35E10-9F4A-477C-B5C2-21FF17592B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AC5DF73-9D54-45F9-9812-223A5E3D02CF}" type="slidenum">
              <a:rPr lang="ro-RO" altLang="ro-RO" sz="1200"/>
              <a:pPr/>
              <a:t>27</a:t>
            </a:fld>
            <a:endParaRPr lang="ro-RO" altLang="ro-RO"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5A30164C-2829-4181-8995-A91CE47152E8}"/>
              </a:ext>
            </a:extLst>
          </p:cNvPr>
          <p:cNvSpPr>
            <a:spLocks noGrp="1"/>
          </p:cNvSpPr>
          <p:nvPr>
            <p:ph type="ctrTitle"/>
          </p:nvPr>
        </p:nvSpPr>
        <p:spPr>
          <a:xfrm>
            <a:off x="1524000" y="1122363"/>
            <a:ext cx="9144000" cy="2387600"/>
          </a:xfrm>
        </p:spPr>
        <p:txBody>
          <a:bodyPr anchor="b"/>
          <a:lstStyle>
            <a:lvl1pPr algn="ctr">
              <a:defRPr sz="6000"/>
            </a:lvl1pPr>
          </a:lstStyle>
          <a:p>
            <a:r>
              <a:rPr lang="ro-RO"/>
              <a:t>Faceți clic pentru a edita stilul de titlu coordonator</a:t>
            </a:r>
          </a:p>
        </p:txBody>
      </p:sp>
      <p:sp>
        <p:nvSpPr>
          <p:cNvPr id="3" name="Subtitlu 2">
            <a:extLst>
              <a:ext uri="{FF2B5EF4-FFF2-40B4-BE49-F238E27FC236}">
                <a16:creationId xmlns:a16="http://schemas.microsoft.com/office/drawing/2014/main" id="{7AF78DE2-1050-42F5-85A7-673045A68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p>
        </p:txBody>
      </p:sp>
      <p:sp>
        <p:nvSpPr>
          <p:cNvPr id="4" name="Substituent dată 3">
            <a:extLst>
              <a:ext uri="{FF2B5EF4-FFF2-40B4-BE49-F238E27FC236}">
                <a16:creationId xmlns:a16="http://schemas.microsoft.com/office/drawing/2014/main" id="{84E569BF-908C-4074-AD13-28C3CB24E8FA}"/>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1F663E14-7EEE-4820-9D4D-7FBA90ACC059}"/>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A2900B16-DB57-44CF-97EE-82F3A84FB8F2}"/>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218067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282B554-33CA-4A51-A18E-4EAD2F048D67}"/>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4D73D2DF-87B4-4FAF-B501-9B1C3F028697}"/>
              </a:ext>
            </a:extLst>
          </p:cNvPr>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1BB677AA-D82F-4EA9-82AD-BDECEA86B99A}"/>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5BF2C9F9-6DD5-45C7-BE85-124D41FE17D8}"/>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BEAF4F85-13CC-4628-B886-1308B7489CB6}"/>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2710052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5DCA8C5-87E9-49A3-9E16-D16AD8B160D6}"/>
              </a:ext>
            </a:extLst>
          </p:cNvPr>
          <p:cNvSpPr>
            <a:spLocks noGrp="1"/>
          </p:cNvSpPr>
          <p:nvPr>
            <p:ph type="title"/>
          </p:nvPr>
        </p:nvSpPr>
        <p:spPr>
          <a:xfrm>
            <a:off x="831850" y="1709738"/>
            <a:ext cx="10515600" cy="2852737"/>
          </a:xfrm>
        </p:spPr>
        <p:txBody>
          <a:bodyPr anchor="b"/>
          <a:lstStyle>
            <a:lvl1pPr>
              <a:defRPr sz="6000"/>
            </a:lvl1pPr>
          </a:lstStyle>
          <a:p>
            <a:r>
              <a:rPr lang="ro-RO"/>
              <a:t>Faceți clic pentru a edita stilul de titlu coordonator</a:t>
            </a:r>
          </a:p>
        </p:txBody>
      </p:sp>
      <p:sp>
        <p:nvSpPr>
          <p:cNvPr id="3" name="Substituent text 2">
            <a:extLst>
              <a:ext uri="{FF2B5EF4-FFF2-40B4-BE49-F238E27FC236}">
                <a16:creationId xmlns:a16="http://schemas.microsoft.com/office/drawing/2014/main" id="{0EAA9967-C916-49FF-83AA-C042957E8E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o-RO"/>
              <a:t>Faceţi clic pentru a edita Master stiluri text</a:t>
            </a:r>
          </a:p>
        </p:txBody>
      </p:sp>
      <p:sp>
        <p:nvSpPr>
          <p:cNvPr id="4" name="Substituent dată 3">
            <a:extLst>
              <a:ext uri="{FF2B5EF4-FFF2-40B4-BE49-F238E27FC236}">
                <a16:creationId xmlns:a16="http://schemas.microsoft.com/office/drawing/2014/main" id="{800A49FC-2F0E-4DBD-8027-B4DFB299A454}"/>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F8B9F8E0-830D-4B26-88EA-40E338AF9E17}"/>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7F5230C5-A2D2-458A-A974-D350713FDA17}"/>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194003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408BF32-8B51-41E5-BD9E-C779443B7069}"/>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26D1236E-B020-4B23-8875-3FD87E21FF04}"/>
              </a:ext>
            </a:extLst>
          </p:cNvPr>
          <p:cNvSpPr>
            <a:spLocks noGrp="1"/>
          </p:cNvSpPr>
          <p:nvPr>
            <p:ph sz="half" idx="1"/>
          </p:nvPr>
        </p:nvSpPr>
        <p:spPr>
          <a:xfrm>
            <a:off x="838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conținut 3">
            <a:extLst>
              <a:ext uri="{FF2B5EF4-FFF2-40B4-BE49-F238E27FC236}">
                <a16:creationId xmlns:a16="http://schemas.microsoft.com/office/drawing/2014/main" id="{58687849-17FB-480A-9536-D6EA847F8202}"/>
              </a:ext>
            </a:extLst>
          </p:cNvPr>
          <p:cNvSpPr>
            <a:spLocks noGrp="1"/>
          </p:cNvSpPr>
          <p:nvPr>
            <p:ph sz="half" idx="2"/>
          </p:nvPr>
        </p:nvSpPr>
        <p:spPr>
          <a:xfrm>
            <a:off x="6172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dată 4">
            <a:extLst>
              <a:ext uri="{FF2B5EF4-FFF2-40B4-BE49-F238E27FC236}">
                <a16:creationId xmlns:a16="http://schemas.microsoft.com/office/drawing/2014/main" id="{DDD53915-F9CC-42F9-98AA-DC3A21055C69}"/>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6" name="Substituent subsol 5">
            <a:extLst>
              <a:ext uri="{FF2B5EF4-FFF2-40B4-BE49-F238E27FC236}">
                <a16:creationId xmlns:a16="http://schemas.microsoft.com/office/drawing/2014/main" id="{995BB246-FA2F-4CB3-BC3D-8DAAFFCD17EE}"/>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43CE0336-6A5E-40C3-9868-6CCA3A801E44}"/>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418262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1687625-E68C-4A37-B563-A7C11B57E4AE}"/>
              </a:ext>
            </a:extLst>
          </p:cNvPr>
          <p:cNvSpPr>
            <a:spLocks noGrp="1"/>
          </p:cNvSpPr>
          <p:nvPr>
            <p:ph type="title"/>
          </p:nvPr>
        </p:nvSpPr>
        <p:spPr>
          <a:xfrm>
            <a:off x="839788" y="365125"/>
            <a:ext cx="10515600" cy="1325563"/>
          </a:xfrm>
        </p:spPr>
        <p:txBody>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B48AF569-7E74-4398-A6C2-18B4CC5AA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Substituent conținut 3">
            <a:extLst>
              <a:ext uri="{FF2B5EF4-FFF2-40B4-BE49-F238E27FC236}">
                <a16:creationId xmlns:a16="http://schemas.microsoft.com/office/drawing/2014/main" id="{FC6279B2-0DEE-410A-9DCD-4A9A781464D1}"/>
              </a:ext>
            </a:extLst>
          </p:cNvPr>
          <p:cNvSpPr>
            <a:spLocks noGrp="1"/>
          </p:cNvSpPr>
          <p:nvPr>
            <p:ph sz="half" idx="2"/>
          </p:nvPr>
        </p:nvSpPr>
        <p:spPr>
          <a:xfrm>
            <a:off x="839788" y="2505075"/>
            <a:ext cx="5157787"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text 4">
            <a:extLst>
              <a:ext uri="{FF2B5EF4-FFF2-40B4-BE49-F238E27FC236}">
                <a16:creationId xmlns:a16="http://schemas.microsoft.com/office/drawing/2014/main" id="{A3014543-27CB-449E-AE00-176E2122C9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Substituent conținut 5">
            <a:extLst>
              <a:ext uri="{FF2B5EF4-FFF2-40B4-BE49-F238E27FC236}">
                <a16:creationId xmlns:a16="http://schemas.microsoft.com/office/drawing/2014/main" id="{9292B450-EBF1-4754-ACB8-A93F58B8B279}"/>
              </a:ext>
            </a:extLst>
          </p:cNvPr>
          <p:cNvSpPr>
            <a:spLocks noGrp="1"/>
          </p:cNvSpPr>
          <p:nvPr>
            <p:ph sz="quarter" idx="4"/>
          </p:nvPr>
        </p:nvSpPr>
        <p:spPr>
          <a:xfrm>
            <a:off x="6172200" y="2505075"/>
            <a:ext cx="5183188"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7" name="Substituent dată 6">
            <a:extLst>
              <a:ext uri="{FF2B5EF4-FFF2-40B4-BE49-F238E27FC236}">
                <a16:creationId xmlns:a16="http://schemas.microsoft.com/office/drawing/2014/main" id="{3FC46874-BB8F-4797-984B-24C25546B86E}"/>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8" name="Substituent subsol 7">
            <a:extLst>
              <a:ext uri="{FF2B5EF4-FFF2-40B4-BE49-F238E27FC236}">
                <a16:creationId xmlns:a16="http://schemas.microsoft.com/office/drawing/2014/main" id="{F4B5445A-C0CE-43D7-A245-3BC86D937890}"/>
              </a:ext>
            </a:extLst>
          </p:cNvPr>
          <p:cNvSpPr>
            <a:spLocks noGrp="1"/>
          </p:cNvSpPr>
          <p:nvPr>
            <p:ph type="ftr" sz="quarter" idx="11"/>
          </p:nvPr>
        </p:nvSpPr>
        <p:spPr/>
        <p:txBody>
          <a:bodyPr/>
          <a:lstStyle/>
          <a:p>
            <a:endParaRPr lang="ro-RO"/>
          </a:p>
        </p:txBody>
      </p:sp>
      <p:sp>
        <p:nvSpPr>
          <p:cNvPr id="9" name="Substituent număr diapozitiv 8">
            <a:extLst>
              <a:ext uri="{FF2B5EF4-FFF2-40B4-BE49-F238E27FC236}">
                <a16:creationId xmlns:a16="http://schemas.microsoft.com/office/drawing/2014/main" id="{73872203-FFD3-4504-BFC3-9DA35DF0ABA0}"/>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183124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3B94E6A-3FDB-4429-B918-231009C8D5D5}"/>
              </a:ext>
            </a:extLst>
          </p:cNvPr>
          <p:cNvSpPr>
            <a:spLocks noGrp="1"/>
          </p:cNvSpPr>
          <p:nvPr>
            <p:ph type="title"/>
          </p:nvPr>
        </p:nvSpPr>
        <p:spPr/>
        <p:txBody>
          <a:bodyPr/>
          <a:lstStyle/>
          <a:p>
            <a:r>
              <a:rPr lang="ro-RO"/>
              <a:t>Faceți clic pentru a edita stilul de titlu coordonator</a:t>
            </a:r>
          </a:p>
        </p:txBody>
      </p:sp>
      <p:sp>
        <p:nvSpPr>
          <p:cNvPr id="3" name="Substituent dată 2">
            <a:extLst>
              <a:ext uri="{FF2B5EF4-FFF2-40B4-BE49-F238E27FC236}">
                <a16:creationId xmlns:a16="http://schemas.microsoft.com/office/drawing/2014/main" id="{50E05B93-6499-4AB1-A3C8-807F85239436}"/>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4" name="Substituent subsol 3">
            <a:extLst>
              <a:ext uri="{FF2B5EF4-FFF2-40B4-BE49-F238E27FC236}">
                <a16:creationId xmlns:a16="http://schemas.microsoft.com/office/drawing/2014/main" id="{CA17BCE9-65E0-485D-9029-BA43041D003E}"/>
              </a:ext>
            </a:extLst>
          </p:cNvPr>
          <p:cNvSpPr>
            <a:spLocks noGrp="1"/>
          </p:cNvSpPr>
          <p:nvPr>
            <p:ph type="ftr" sz="quarter" idx="11"/>
          </p:nvPr>
        </p:nvSpPr>
        <p:spPr/>
        <p:txBody>
          <a:bodyPr/>
          <a:lstStyle/>
          <a:p>
            <a:endParaRPr lang="ro-RO"/>
          </a:p>
        </p:txBody>
      </p:sp>
      <p:sp>
        <p:nvSpPr>
          <p:cNvPr id="5" name="Substituent număr diapozitiv 4">
            <a:extLst>
              <a:ext uri="{FF2B5EF4-FFF2-40B4-BE49-F238E27FC236}">
                <a16:creationId xmlns:a16="http://schemas.microsoft.com/office/drawing/2014/main" id="{A8892FD0-0DB5-428F-9BE6-0CBFACF9FD3D}"/>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3732011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a:extLst>
              <a:ext uri="{FF2B5EF4-FFF2-40B4-BE49-F238E27FC236}">
                <a16:creationId xmlns:a16="http://schemas.microsoft.com/office/drawing/2014/main" id="{2A83147F-59F8-4FCF-A01E-8DCD141EF499}"/>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3" name="Substituent subsol 2">
            <a:extLst>
              <a:ext uri="{FF2B5EF4-FFF2-40B4-BE49-F238E27FC236}">
                <a16:creationId xmlns:a16="http://schemas.microsoft.com/office/drawing/2014/main" id="{38668B19-ACA8-471D-AD0D-3A7DF63DA4F9}"/>
              </a:ext>
            </a:extLst>
          </p:cNvPr>
          <p:cNvSpPr>
            <a:spLocks noGrp="1"/>
          </p:cNvSpPr>
          <p:nvPr>
            <p:ph type="ftr" sz="quarter" idx="11"/>
          </p:nvPr>
        </p:nvSpPr>
        <p:spPr/>
        <p:txBody>
          <a:bodyPr/>
          <a:lstStyle/>
          <a:p>
            <a:endParaRPr lang="ro-RO"/>
          </a:p>
        </p:txBody>
      </p:sp>
      <p:sp>
        <p:nvSpPr>
          <p:cNvPr id="4" name="Substituent număr diapozitiv 3">
            <a:extLst>
              <a:ext uri="{FF2B5EF4-FFF2-40B4-BE49-F238E27FC236}">
                <a16:creationId xmlns:a16="http://schemas.microsoft.com/office/drawing/2014/main" id="{2F011F87-8C26-4BBC-A06B-2064665B885A}"/>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2741997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732A75A-5606-4792-B7F3-3C7317AF51EC}"/>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2F03F61E-4537-4048-80AF-E344483850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text 3">
            <a:extLst>
              <a:ext uri="{FF2B5EF4-FFF2-40B4-BE49-F238E27FC236}">
                <a16:creationId xmlns:a16="http://schemas.microsoft.com/office/drawing/2014/main" id="{48050ACF-6191-4197-9FFE-FFE51D1BB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5E6D2766-2339-44AB-94D0-18EF986C276A}"/>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6" name="Substituent subsol 5">
            <a:extLst>
              <a:ext uri="{FF2B5EF4-FFF2-40B4-BE49-F238E27FC236}">
                <a16:creationId xmlns:a16="http://schemas.microsoft.com/office/drawing/2014/main" id="{15ECB17C-6958-4DAE-B5A9-4C82404B33BB}"/>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78654CA8-6569-4CEC-9D36-7A951F451FE0}"/>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242574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07A97F4B-1ED4-4381-87D8-4FC969A34311}"/>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imagine 2">
            <a:extLst>
              <a:ext uri="{FF2B5EF4-FFF2-40B4-BE49-F238E27FC236}">
                <a16:creationId xmlns:a16="http://schemas.microsoft.com/office/drawing/2014/main" id="{23297659-0AC9-4E12-B854-CEF58FA46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Substituent text 3">
            <a:extLst>
              <a:ext uri="{FF2B5EF4-FFF2-40B4-BE49-F238E27FC236}">
                <a16:creationId xmlns:a16="http://schemas.microsoft.com/office/drawing/2014/main" id="{3FFEED91-C67A-4705-A457-3582DED44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9A3F4C12-199C-4F9B-BD87-5BD077879D79}"/>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6" name="Substituent subsol 5">
            <a:extLst>
              <a:ext uri="{FF2B5EF4-FFF2-40B4-BE49-F238E27FC236}">
                <a16:creationId xmlns:a16="http://schemas.microsoft.com/office/drawing/2014/main" id="{81CF62A2-D800-41B5-9FE5-A3FC3C9B3943}"/>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2012E8E5-4CC2-44AD-92F9-1C285C486953}"/>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39555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34E7D29-23B3-43B6-8224-049174B47BCA}"/>
              </a:ext>
            </a:extLst>
          </p:cNvPr>
          <p:cNvSpPr>
            <a:spLocks noGrp="1"/>
          </p:cNvSpPr>
          <p:nvPr>
            <p:ph type="title"/>
          </p:nvPr>
        </p:nvSpPr>
        <p:spPr/>
        <p:txBody>
          <a:bodyPr/>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E6AD612A-1C85-449E-BA47-D816A0AD70E3}"/>
              </a:ext>
            </a:extLst>
          </p:cNvPr>
          <p:cNvSpPr>
            <a:spLocks noGrp="1"/>
          </p:cNvSpPr>
          <p:nvPr>
            <p:ph type="body" orient="vert" idx="1"/>
          </p:nvPr>
        </p:nvSpPr>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FE3E008A-3D1D-4D7A-9AAA-9D271132DAAE}"/>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8154550B-8A36-42E0-85B3-C0B307221714}"/>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7CAD5A8C-C9DE-4D2A-9E22-A8659BE50582}"/>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4052734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a:extLst>
              <a:ext uri="{FF2B5EF4-FFF2-40B4-BE49-F238E27FC236}">
                <a16:creationId xmlns:a16="http://schemas.microsoft.com/office/drawing/2014/main" id="{05B25FAE-2CB5-46DB-93FC-DE22226032F3}"/>
              </a:ext>
            </a:extLst>
          </p:cNvPr>
          <p:cNvSpPr>
            <a:spLocks noGrp="1"/>
          </p:cNvSpPr>
          <p:nvPr>
            <p:ph type="title" orient="vert"/>
          </p:nvPr>
        </p:nvSpPr>
        <p:spPr>
          <a:xfrm>
            <a:off x="8724900" y="365125"/>
            <a:ext cx="2628900" cy="5811838"/>
          </a:xfrm>
        </p:spPr>
        <p:txBody>
          <a:bodyPr vert="eaVert"/>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C89763CB-5784-4191-851F-F1A821D91888}"/>
              </a:ext>
            </a:extLst>
          </p:cNvPr>
          <p:cNvSpPr>
            <a:spLocks noGrp="1"/>
          </p:cNvSpPr>
          <p:nvPr>
            <p:ph type="body" orient="vert" idx="1"/>
          </p:nvPr>
        </p:nvSpPr>
        <p:spPr>
          <a:xfrm>
            <a:off x="838200" y="365125"/>
            <a:ext cx="7734300" cy="5811838"/>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BEC27496-9178-4F81-BC94-D397DE2CD38F}"/>
              </a:ext>
            </a:extLst>
          </p:cNvPr>
          <p:cNvSpPr>
            <a:spLocks noGrp="1"/>
          </p:cNvSpPr>
          <p:nvPr>
            <p:ph type="dt" sz="half" idx="10"/>
          </p:nvPr>
        </p:nvSpPr>
        <p:spPr/>
        <p:txBody>
          <a:body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6EFD516D-67B6-4E97-BDDB-D9F5B9EDD0C4}"/>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D3A4BDA2-D830-4C7E-8699-E5C3151854C6}"/>
              </a:ext>
            </a:extLst>
          </p:cNvPr>
          <p:cNvSpPr>
            <a:spLocks noGrp="1"/>
          </p:cNvSpPr>
          <p:nvPr>
            <p:ph type="sldNum" sz="quarter" idx="12"/>
          </p:nvPr>
        </p:nvSpPr>
        <p:spPr/>
        <p:txBody>
          <a:bodyPr/>
          <a:lstStyle/>
          <a:p>
            <a:fld id="{75E1D33B-8207-4783-A1C9-C9FFED06FE6B}" type="slidenum">
              <a:rPr lang="ro-RO" smtClean="0"/>
              <a:t>‹#›</a:t>
            </a:fld>
            <a:endParaRPr lang="ro-RO"/>
          </a:p>
        </p:txBody>
      </p:sp>
    </p:spTree>
    <p:extLst>
      <p:ext uri="{BB962C8B-B14F-4D97-AF65-F5344CB8AC3E}">
        <p14:creationId xmlns:p14="http://schemas.microsoft.com/office/powerpoint/2010/main" val="2836524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91D3B222-5BD9-4FE7-8189-FB785ACB09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EB2E51CE-8732-4ED0-8DD0-9347A8899E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C1119E03-CB11-4CD3-9FED-60FDC6F38B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8FF4D7-173D-4A22-8566-552A06B28ADE}" type="datetimeFigureOut">
              <a:rPr lang="ro-RO" smtClean="0"/>
              <a:t>24.03.2020</a:t>
            </a:fld>
            <a:endParaRPr lang="ro-RO"/>
          </a:p>
        </p:txBody>
      </p:sp>
      <p:sp>
        <p:nvSpPr>
          <p:cNvPr id="5" name="Substituent subsol 4">
            <a:extLst>
              <a:ext uri="{FF2B5EF4-FFF2-40B4-BE49-F238E27FC236}">
                <a16:creationId xmlns:a16="http://schemas.microsoft.com/office/drawing/2014/main" id="{335990A6-B7CA-40A8-A596-4C4034F4E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ubstituent număr diapozitiv 5">
            <a:extLst>
              <a:ext uri="{FF2B5EF4-FFF2-40B4-BE49-F238E27FC236}">
                <a16:creationId xmlns:a16="http://schemas.microsoft.com/office/drawing/2014/main" id="{C30F82A7-C0D6-480E-9E5B-C11A5D0E0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E1D33B-8207-4783-A1C9-C9FFED06FE6B}" type="slidenum">
              <a:rPr lang="ro-RO" smtClean="0"/>
              <a:t>‹#›</a:t>
            </a:fld>
            <a:endParaRPr lang="ro-RO"/>
          </a:p>
        </p:txBody>
      </p:sp>
    </p:spTree>
    <p:extLst>
      <p:ext uri="{BB962C8B-B14F-4D97-AF65-F5344CB8AC3E}">
        <p14:creationId xmlns:p14="http://schemas.microsoft.com/office/powerpoint/2010/main" val="305601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ine 5">
            <a:extLst>
              <a:ext uri="{FF2B5EF4-FFF2-40B4-BE49-F238E27FC236}">
                <a16:creationId xmlns:a16="http://schemas.microsoft.com/office/drawing/2014/main" id="{1774D25D-F659-4FD9-8C5F-A6B971400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5547" y="477077"/>
            <a:ext cx="9713844" cy="6108431"/>
          </a:xfrm>
          <a:prstGeom prst="rect">
            <a:avLst/>
          </a:prstGeom>
        </p:spPr>
      </p:pic>
      <p:sp>
        <p:nvSpPr>
          <p:cNvPr id="7" name="CasetăText 6">
            <a:extLst>
              <a:ext uri="{FF2B5EF4-FFF2-40B4-BE49-F238E27FC236}">
                <a16:creationId xmlns:a16="http://schemas.microsoft.com/office/drawing/2014/main" id="{325121FD-AF69-4F31-B396-3108245B97D0}"/>
              </a:ext>
            </a:extLst>
          </p:cNvPr>
          <p:cNvSpPr txBox="1"/>
          <p:nvPr/>
        </p:nvSpPr>
        <p:spPr>
          <a:xfrm>
            <a:off x="145774" y="0"/>
            <a:ext cx="8269356" cy="6955750"/>
          </a:xfrm>
          <a:prstGeom prst="rect">
            <a:avLst/>
          </a:prstGeom>
          <a:noFill/>
        </p:spPr>
        <p:txBody>
          <a:bodyPr wrap="square" rtlCol="0">
            <a:spAutoFit/>
          </a:bodyPr>
          <a:lstStyle/>
          <a:p>
            <a:r>
              <a:rPr lang="ro-RO" sz="3200" b="1" dirty="0"/>
              <a:t>Moduri de scrutin</a:t>
            </a:r>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endParaRPr lang="ro-RO" dirty="0"/>
          </a:p>
          <a:p>
            <a:r>
              <a:rPr lang="ro-RO" b="1" dirty="0"/>
              <a:t>Cristian Pîrvulescu</a:t>
            </a:r>
          </a:p>
        </p:txBody>
      </p:sp>
    </p:spTree>
    <p:extLst>
      <p:ext uri="{BB962C8B-B14F-4D97-AF65-F5344CB8AC3E}">
        <p14:creationId xmlns:p14="http://schemas.microsoft.com/office/powerpoint/2010/main" val="1480746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68FA447-039F-47C3-B3CB-1C8088E9F4E2}"/>
              </a:ext>
            </a:extLst>
          </p:cNvPr>
          <p:cNvSpPr>
            <a:spLocks noGrp="1" noChangeArrowheads="1"/>
          </p:cNvSpPr>
          <p:nvPr>
            <p:ph type="title"/>
          </p:nvPr>
        </p:nvSpPr>
        <p:spPr/>
        <p:txBody>
          <a:bodyPr/>
          <a:lstStyle/>
          <a:p>
            <a:pPr eaLnBrk="1" hangingPunct="1"/>
            <a:r>
              <a:rPr lang="ro-RO" altLang="ro-RO" b="1" dirty="0">
                <a:latin typeface="Times New Roman" panose="02020603050405020304" pitchFamily="18" charset="0"/>
                <a:cs typeface="Times New Roman" panose="02020603050405020304" pitchFamily="18" charset="0"/>
              </a:rPr>
              <a:t>Tipuri de scrutin</a:t>
            </a:r>
          </a:p>
        </p:txBody>
      </p:sp>
      <p:sp>
        <p:nvSpPr>
          <p:cNvPr id="3075" name="Rectangle 3">
            <a:extLst>
              <a:ext uri="{FF2B5EF4-FFF2-40B4-BE49-F238E27FC236}">
                <a16:creationId xmlns:a16="http://schemas.microsoft.com/office/drawing/2014/main" id="{61B7816B-A977-4048-918C-748C49FB2DC8}"/>
              </a:ext>
            </a:extLst>
          </p:cNvPr>
          <p:cNvSpPr>
            <a:spLocks noGrp="1" noChangeArrowheads="1"/>
          </p:cNvSpPr>
          <p:nvPr>
            <p:ph type="body" idx="1"/>
          </p:nvPr>
        </p:nvSpPr>
        <p:spPr>
          <a:xfrm>
            <a:off x="524656" y="1981200"/>
            <a:ext cx="9457544" cy="4114800"/>
          </a:xfrm>
        </p:spPr>
        <p:txBody>
          <a:bodyPr/>
          <a:lstStyle/>
          <a:p>
            <a:pPr eaLnBrk="1" hangingPunct="1"/>
            <a:r>
              <a:rPr lang="ro-RO" altLang="ro-RO" b="1" dirty="0">
                <a:solidFill>
                  <a:srgbClr val="000066"/>
                </a:solidFill>
                <a:latin typeface="Times New Roman" panose="02020603050405020304" pitchFamily="18" charset="0"/>
                <a:cs typeface="Times New Roman" panose="02020603050405020304" pitchFamily="18" charset="0"/>
              </a:rPr>
              <a:t>Scrutinul majoritar (câștigătorul ia totul)</a:t>
            </a:r>
          </a:p>
          <a:p>
            <a:pPr eaLnBrk="1" hangingPunct="1">
              <a:buFontTx/>
              <a:buNone/>
            </a:pPr>
            <a:r>
              <a:rPr lang="ro-RO" altLang="ro-RO" dirty="0">
                <a:solidFill>
                  <a:srgbClr val="000066"/>
                </a:solidFill>
                <a:latin typeface="Times New Roman" panose="02020603050405020304" pitchFamily="18" charset="0"/>
                <a:cs typeface="Times New Roman" panose="02020603050405020304" pitchFamily="18" charset="0"/>
              </a:rPr>
              <a:t>   </a:t>
            </a:r>
            <a:r>
              <a:rPr lang="ro-RO" altLang="ro-RO" i="1" dirty="0">
                <a:solidFill>
                  <a:srgbClr val="000066"/>
                </a:solidFill>
                <a:latin typeface="Times New Roman" panose="02020603050405020304" pitchFamily="18" charset="0"/>
                <a:cs typeface="Times New Roman" panose="02020603050405020304" pitchFamily="18" charset="0"/>
              </a:rPr>
              <a:t>obiectivul urmărit: formarea majorității </a:t>
            </a:r>
          </a:p>
          <a:p>
            <a:pPr eaLnBrk="1" hangingPunct="1"/>
            <a:r>
              <a:rPr lang="ro-RO" altLang="ro-RO" b="1" dirty="0">
                <a:solidFill>
                  <a:srgbClr val="000066"/>
                </a:solidFill>
                <a:latin typeface="Times New Roman" panose="02020603050405020304" pitchFamily="18" charset="0"/>
                <a:cs typeface="Times New Roman" panose="02020603050405020304" pitchFamily="18" charset="0"/>
              </a:rPr>
              <a:t>Scrutinul proporțional (fiecăruia cât reprezintă)</a:t>
            </a:r>
          </a:p>
          <a:p>
            <a:pPr eaLnBrk="1" hangingPunct="1">
              <a:buFontTx/>
              <a:buNone/>
            </a:pPr>
            <a:r>
              <a:rPr lang="ro-RO" altLang="ro-RO" dirty="0">
                <a:solidFill>
                  <a:srgbClr val="000066"/>
                </a:solidFill>
                <a:latin typeface="Times New Roman" panose="02020603050405020304" pitchFamily="18" charset="0"/>
                <a:cs typeface="Times New Roman" panose="02020603050405020304" pitchFamily="18" charset="0"/>
              </a:rPr>
              <a:t>   </a:t>
            </a:r>
            <a:r>
              <a:rPr lang="ro-RO" altLang="ro-RO" i="1" dirty="0">
                <a:solidFill>
                  <a:srgbClr val="000066"/>
                </a:solidFill>
                <a:latin typeface="Times New Roman" panose="02020603050405020304" pitchFamily="18" charset="0"/>
                <a:cs typeface="Times New Roman" panose="02020603050405020304" pitchFamily="18" charset="0"/>
              </a:rPr>
              <a:t>obiectivul urmărit: asigurarea legitimității guvernării</a:t>
            </a:r>
          </a:p>
          <a:p>
            <a:pPr eaLnBrk="1" hangingPunct="1"/>
            <a:r>
              <a:rPr lang="ro-RO" altLang="ro-RO" b="1" dirty="0">
                <a:solidFill>
                  <a:srgbClr val="000066"/>
                </a:solidFill>
                <a:latin typeface="Times New Roman" panose="02020603050405020304" pitchFamily="18" charset="0"/>
                <a:cs typeface="Times New Roman" panose="02020603050405020304" pitchFamily="18" charset="0"/>
              </a:rPr>
              <a:t>Scrutinul mixt (candidați individuali, repartiție proporțional a mandatelor)</a:t>
            </a:r>
          </a:p>
          <a:p>
            <a:pPr eaLnBrk="1" hangingPunct="1">
              <a:buFontTx/>
              <a:buNone/>
            </a:pPr>
            <a:r>
              <a:rPr lang="ro-RO" altLang="ro-RO" i="1" dirty="0">
                <a:solidFill>
                  <a:srgbClr val="000066"/>
                </a:solidFill>
                <a:latin typeface="Times New Roman" panose="02020603050405020304" pitchFamily="18" charset="0"/>
                <a:cs typeface="Times New Roman" panose="02020603050405020304" pitchFamily="18" charset="0"/>
              </a:rPr>
              <a:t>   obiectivul urmărit: legitimitatea guvernării și responsabilizarea aleșilor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0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E200A96-E550-4ECE-928F-5FDB3CEA3E47}"/>
              </a:ext>
            </a:extLst>
          </p:cNvPr>
          <p:cNvSpPr>
            <a:spLocks noGrp="1" noChangeArrowheads="1"/>
          </p:cNvSpPr>
          <p:nvPr>
            <p:ph type="title"/>
          </p:nvPr>
        </p:nvSpPr>
        <p:spPr>
          <a:xfrm>
            <a:off x="2208213" y="333376"/>
            <a:ext cx="7772400" cy="1019175"/>
          </a:xfrm>
        </p:spPr>
        <p:txBody>
          <a:bodyPr/>
          <a:lstStyle/>
          <a:p>
            <a:pPr eaLnBrk="1" hangingPunct="1"/>
            <a:r>
              <a:rPr lang="ro-RO" altLang="ro-RO" b="1" dirty="0"/>
              <a:t>Caracteristicile votului</a:t>
            </a:r>
            <a:r>
              <a:rPr lang="ro-RO" altLang="ro-RO" dirty="0"/>
              <a:t> </a:t>
            </a:r>
          </a:p>
        </p:txBody>
      </p:sp>
      <p:sp>
        <p:nvSpPr>
          <p:cNvPr id="4099" name="Rectangle 3">
            <a:extLst>
              <a:ext uri="{FF2B5EF4-FFF2-40B4-BE49-F238E27FC236}">
                <a16:creationId xmlns:a16="http://schemas.microsoft.com/office/drawing/2014/main" id="{1ABCB4A0-C366-4528-9E7D-54BC196A4EB2}"/>
              </a:ext>
            </a:extLst>
          </p:cNvPr>
          <p:cNvSpPr>
            <a:spLocks noGrp="1" noChangeArrowheads="1"/>
          </p:cNvSpPr>
          <p:nvPr>
            <p:ph type="body" idx="1"/>
          </p:nvPr>
        </p:nvSpPr>
        <p:spPr>
          <a:xfrm>
            <a:off x="764498" y="1341438"/>
            <a:ext cx="9287552" cy="5256212"/>
          </a:xfrm>
        </p:spPr>
        <p:txBody>
          <a:bodyPr/>
          <a:lstStyle/>
          <a:p>
            <a:pPr eaLnBrk="1" hangingPunct="1"/>
            <a:r>
              <a:rPr lang="ro-RO" altLang="ro-RO" sz="2400" b="1" i="1" dirty="0">
                <a:solidFill>
                  <a:srgbClr val="000066"/>
                </a:solidFill>
                <a:latin typeface="Times New Roman" panose="02020603050405020304" pitchFamily="18" charset="0"/>
                <a:cs typeface="Times New Roman" panose="02020603050405020304" pitchFamily="18" charset="0"/>
              </a:rPr>
              <a:t>Individualizarea votului </a:t>
            </a:r>
            <a:r>
              <a:rPr lang="ro-RO" altLang="ro-RO" sz="2400" dirty="0">
                <a:solidFill>
                  <a:srgbClr val="000066"/>
                </a:solidFill>
                <a:latin typeface="Times New Roman" panose="02020603050405020304" pitchFamily="18" charset="0"/>
                <a:cs typeface="Times New Roman" panose="02020603050405020304" pitchFamily="18" charset="0"/>
              </a:rPr>
              <a:t>versus </a:t>
            </a:r>
            <a:r>
              <a:rPr lang="ro-RO" altLang="ro-RO" sz="2400" b="1" i="1" dirty="0">
                <a:solidFill>
                  <a:srgbClr val="000066"/>
                </a:solidFill>
                <a:latin typeface="Times New Roman" panose="02020603050405020304" pitchFamily="18" charset="0"/>
                <a:cs typeface="Times New Roman" panose="02020603050405020304" pitchFamily="18" charset="0"/>
              </a:rPr>
              <a:t>votul colectiv</a:t>
            </a: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Egalitatea alegătorilor de la </a:t>
            </a:r>
            <a:r>
              <a:rPr lang="ro-RO" altLang="ro-RO" sz="2400" b="1" i="1" dirty="0">
                <a:solidFill>
                  <a:srgbClr val="000066"/>
                </a:solidFill>
                <a:latin typeface="Times New Roman" panose="02020603050405020304" pitchFamily="18" charset="0"/>
                <a:cs typeface="Times New Roman" panose="02020603050405020304" pitchFamily="18" charset="0"/>
              </a:rPr>
              <a:t>principiu </a:t>
            </a:r>
            <a:r>
              <a:rPr lang="ro-RO" altLang="ro-RO" sz="2400" dirty="0">
                <a:solidFill>
                  <a:srgbClr val="000066"/>
                </a:solidFill>
                <a:latin typeface="Times New Roman" panose="02020603050405020304" pitchFamily="18" charset="0"/>
                <a:cs typeface="Times New Roman" panose="02020603050405020304" pitchFamily="18" charset="0"/>
              </a:rPr>
              <a:t>la </a:t>
            </a:r>
            <a:r>
              <a:rPr lang="ro-RO" altLang="ro-RO" sz="2400" b="1" i="1" dirty="0">
                <a:solidFill>
                  <a:srgbClr val="000066"/>
                </a:solidFill>
                <a:latin typeface="Times New Roman" panose="02020603050405020304" pitchFamily="18" charset="0"/>
                <a:cs typeface="Times New Roman" panose="02020603050405020304" pitchFamily="18" charset="0"/>
              </a:rPr>
              <a:t>fapt</a:t>
            </a:r>
            <a:endParaRPr lang="ro-RO" altLang="ro-RO" sz="2400" dirty="0">
              <a:solidFill>
                <a:srgbClr val="000066"/>
              </a:solidFill>
              <a:latin typeface="Times New Roman" panose="02020603050405020304" pitchFamily="18" charset="0"/>
              <a:cs typeface="Times New Roman" panose="02020603050405020304" pitchFamily="18" charset="0"/>
            </a:endParaRP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Administrarea alegerilor: </a:t>
            </a:r>
            <a:r>
              <a:rPr lang="ro-RO" altLang="ro-RO" sz="2400" b="1" i="1" dirty="0">
                <a:solidFill>
                  <a:srgbClr val="000066"/>
                </a:solidFill>
                <a:latin typeface="Times New Roman" panose="02020603050405020304" pitchFamily="18" charset="0"/>
                <a:cs typeface="Times New Roman" panose="02020603050405020304" pitchFamily="18" charset="0"/>
              </a:rPr>
              <a:t>votul în secția de domiciliu </a:t>
            </a:r>
            <a:r>
              <a:rPr lang="ro-RO" altLang="ro-RO" sz="2400" dirty="0">
                <a:solidFill>
                  <a:srgbClr val="000066"/>
                </a:solidFill>
                <a:latin typeface="Times New Roman" panose="02020603050405020304" pitchFamily="18" charset="0"/>
                <a:cs typeface="Times New Roman" panose="02020603050405020304" pitchFamily="18" charset="0"/>
              </a:rPr>
              <a:t>sau </a:t>
            </a:r>
            <a:r>
              <a:rPr lang="ro-RO" altLang="ro-RO" sz="2400" b="1" i="1" dirty="0">
                <a:solidFill>
                  <a:srgbClr val="000066"/>
                </a:solidFill>
                <a:latin typeface="Times New Roman" panose="02020603050405020304" pitchFamily="18" charset="0"/>
                <a:cs typeface="Times New Roman" panose="02020603050405020304" pitchFamily="18" charset="0"/>
              </a:rPr>
              <a:t>votul în orice secție de vot</a:t>
            </a: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Asigurarea secretului votului: </a:t>
            </a:r>
            <a:r>
              <a:rPr lang="ro-RO" altLang="ro-RO" sz="2400" b="1" i="1" dirty="0">
                <a:solidFill>
                  <a:srgbClr val="000066"/>
                </a:solidFill>
                <a:latin typeface="Times New Roman" panose="02020603050405020304" pitchFamily="18" charset="0"/>
                <a:cs typeface="Times New Roman" panose="02020603050405020304" pitchFamily="18" charset="0"/>
              </a:rPr>
              <a:t>cabina de vot </a:t>
            </a:r>
            <a:r>
              <a:rPr lang="ro-RO" altLang="ro-RO" sz="2400" dirty="0">
                <a:solidFill>
                  <a:srgbClr val="000066"/>
                </a:solidFill>
                <a:latin typeface="Times New Roman" panose="02020603050405020304" pitchFamily="18" charset="0"/>
                <a:cs typeface="Times New Roman" panose="02020603050405020304" pitchFamily="18" charset="0"/>
              </a:rPr>
              <a:t>și </a:t>
            </a:r>
            <a:r>
              <a:rPr lang="ro-RO" altLang="ro-RO" sz="2400" b="1" i="1" dirty="0">
                <a:solidFill>
                  <a:srgbClr val="000066"/>
                </a:solidFill>
                <a:latin typeface="Times New Roman" panose="02020603050405020304" pitchFamily="18" charset="0"/>
                <a:cs typeface="Times New Roman" panose="02020603050405020304" pitchFamily="18" charset="0"/>
              </a:rPr>
              <a:t>frauda electorală</a:t>
            </a: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Votul diasporei</a:t>
            </a: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Modalități de numărare a voturilor: </a:t>
            </a:r>
            <a:r>
              <a:rPr lang="ro-RO" altLang="ro-RO" sz="2400" b="1" i="1" dirty="0">
                <a:solidFill>
                  <a:srgbClr val="000066"/>
                </a:solidFill>
                <a:latin typeface="Times New Roman" panose="02020603050405020304" pitchFamily="18" charset="0"/>
                <a:cs typeface="Times New Roman" panose="02020603050405020304" pitchFamily="18" charset="0"/>
              </a:rPr>
              <a:t>numărătoarea manuală </a:t>
            </a:r>
            <a:r>
              <a:rPr lang="ro-RO" altLang="ro-RO" sz="2400" dirty="0">
                <a:solidFill>
                  <a:srgbClr val="000066"/>
                </a:solidFill>
                <a:latin typeface="Times New Roman" panose="02020603050405020304" pitchFamily="18" charset="0"/>
                <a:cs typeface="Times New Roman" panose="02020603050405020304" pitchFamily="18" charset="0"/>
              </a:rPr>
              <a:t>versus </a:t>
            </a:r>
            <a:r>
              <a:rPr lang="ro-RO" altLang="ro-RO" sz="2400" b="1" i="1" dirty="0">
                <a:solidFill>
                  <a:srgbClr val="000066"/>
                </a:solidFill>
                <a:latin typeface="Times New Roman" panose="02020603050405020304" pitchFamily="18" charset="0"/>
                <a:cs typeface="Times New Roman" panose="02020603050405020304" pitchFamily="18" charset="0"/>
              </a:rPr>
              <a:t>numărătoarea automată</a:t>
            </a:r>
          </a:p>
          <a:p>
            <a:pPr eaLnBrk="1" hangingPunct="1"/>
            <a:r>
              <a:rPr lang="ro-RO" altLang="ro-RO" sz="2400" dirty="0">
                <a:solidFill>
                  <a:srgbClr val="000066"/>
                </a:solidFill>
                <a:latin typeface="Times New Roman" panose="02020603050405020304" pitchFamily="18" charset="0"/>
                <a:cs typeface="Times New Roman" panose="02020603050405020304" pitchFamily="18" charset="0"/>
              </a:rPr>
              <a:t>Impactul noilor tehnologii: </a:t>
            </a:r>
            <a:r>
              <a:rPr lang="ro-RO" altLang="ro-RO" sz="2400" b="1" dirty="0">
                <a:solidFill>
                  <a:srgbClr val="000066"/>
                </a:solidFill>
                <a:latin typeface="Times New Roman" panose="02020603050405020304" pitchFamily="18" charset="0"/>
                <a:cs typeface="Times New Roman" panose="02020603050405020304" pitchFamily="18" charset="0"/>
              </a:rPr>
              <a:t>votul electronic </a:t>
            </a:r>
            <a:r>
              <a:rPr lang="ro-RO" altLang="ro-RO" sz="2400" dirty="0">
                <a:solidFill>
                  <a:srgbClr val="000066"/>
                </a:solidFill>
                <a:latin typeface="Times New Roman" panose="02020603050405020304" pitchFamily="18" charset="0"/>
                <a:cs typeface="Times New Roman" panose="02020603050405020304" pitchFamily="18" charset="0"/>
              </a:rPr>
              <a:t>și </a:t>
            </a:r>
            <a:r>
              <a:rPr lang="ro-RO" altLang="ro-RO" sz="2400" b="1" i="1" dirty="0">
                <a:solidFill>
                  <a:srgbClr val="000066"/>
                </a:solidFill>
                <a:latin typeface="Times New Roman" panose="02020603050405020304" pitchFamily="18" charset="0"/>
                <a:cs typeface="Times New Roman" panose="02020603050405020304" pitchFamily="18" charset="0"/>
              </a:rPr>
              <a:t>votul prin internet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a:extLst>
              <a:ext uri="{FF2B5EF4-FFF2-40B4-BE49-F238E27FC236}">
                <a16:creationId xmlns:a16="http://schemas.microsoft.com/office/drawing/2014/main" id="{BDC82895-0E38-4ADB-B0C4-7EBCF0749542}"/>
              </a:ext>
            </a:extLst>
          </p:cNvPr>
          <p:cNvSpPr>
            <a:spLocks noChangeArrowheads="1"/>
          </p:cNvSpPr>
          <p:nvPr/>
        </p:nvSpPr>
        <p:spPr bwMode="auto">
          <a:xfrm>
            <a:off x="569626" y="457201"/>
            <a:ext cx="9717374"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ro-RO" altLang="ro-RO" sz="4400" b="1" dirty="0">
                <a:solidFill>
                  <a:schemeClr val="tx2"/>
                </a:solidFill>
              </a:rPr>
              <a:t>Tipuri de circumscripții</a:t>
            </a:r>
            <a:r>
              <a:rPr lang="ro-RO" altLang="ro-RO" sz="4400" dirty="0">
                <a:solidFill>
                  <a:schemeClr val="tx2"/>
                </a:solidFill>
              </a:rPr>
              <a:t> </a:t>
            </a:r>
          </a:p>
          <a:p>
            <a:pPr eaLnBrk="1" hangingPunct="1">
              <a:spcBef>
                <a:spcPct val="50000"/>
              </a:spcBef>
              <a:buFontTx/>
              <a:buNone/>
            </a:pPr>
            <a:endParaRPr lang="ro-RO" altLang="ro-RO" sz="2800" dirty="0">
              <a:solidFill>
                <a:srgbClr val="000066"/>
              </a:solidFill>
            </a:endParaRPr>
          </a:p>
          <a:p>
            <a:pPr eaLnBrk="1" hangingPunct="1">
              <a:spcBef>
                <a:spcPct val="50000"/>
              </a:spcBef>
              <a:buFontTx/>
              <a:buNone/>
            </a:pPr>
            <a:endParaRPr lang="ro-RO" altLang="ro-RO" sz="2800" dirty="0">
              <a:solidFill>
                <a:srgbClr val="000066"/>
              </a:solidFill>
            </a:endParaRPr>
          </a:p>
          <a:p>
            <a:pPr eaLnBrk="1" hangingPunct="1">
              <a:spcBef>
                <a:spcPct val="50000"/>
              </a:spcBef>
            </a:pPr>
            <a:r>
              <a:rPr lang="ro-RO" altLang="ro-RO" sz="2800" b="1" dirty="0">
                <a:solidFill>
                  <a:srgbClr val="000066"/>
                </a:solidFill>
              </a:rPr>
              <a:t>Circumscripții uninominale</a:t>
            </a:r>
            <a:r>
              <a:rPr lang="ro-RO" altLang="ro-RO" sz="2800" dirty="0">
                <a:solidFill>
                  <a:srgbClr val="000066"/>
                </a:solidFill>
              </a:rPr>
              <a:t> (în care se dispută un singur post) </a:t>
            </a:r>
          </a:p>
          <a:p>
            <a:pPr eaLnBrk="1" hangingPunct="1">
              <a:spcBef>
                <a:spcPct val="50000"/>
              </a:spcBef>
            </a:pPr>
            <a:endParaRPr lang="ro-RO" altLang="ro-RO" sz="2800" b="1">
              <a:solidFill>
                <a:srgbClr val="000066"/>
              </a:solidFill>
            </a:endParaRPr>
          </a:p>
          <a:p>
            <a:pPr eaLnBrk="1" hangingPunct="1">
              <a:spcBef>
                <a:spcPct val="50000"/>
              </a:spcBef>
            </a:pPr>
            <a:r>
              <a:rPr lang="ro-RO" altLang="ro-RO" sz="2800" b="1" dirty="0">
                <a:solidFill>
                  <a:srgbClr val="000066"/>
                </a:solidFill>
              </a:rPr>
              <a:t>Circumscripții </a:t>
            </a:r>
            <a:r>
              <a:rPr lang="ro-RO" altLang="ro-RO" sz="2800" b="1" dirty="0" err="1">
                <a:solidFill>
                  <a:srgbClr val="000066"/>
                </a:solidFill>
              </a:rPr>
              <a:t>plurinominale</a:t>
            </a:r>
            <a:r>
              <a:rPr lang="ro-RO" altLang="ro-RO" sz="2800" dirty="0">
                <a:solidFill>
                  <a:srgbClr val="000066"/>
                </a:solidFill>
              </a:rPr>
              <a:t> (în care se dispută mai multe posturi care pot fi sau nu trecute pe o listă)</a:t>
            </a:r>
          </a:p>
          <a:p>
            <a:pPr eaLnBrk="1" hangingPunct="1">
              <a:spcBef>
                <a:spcPct val="50000"/>
              </a:spcBef>
              <a:buFontTx/>
              <a:buNone/>
            </a:pPr>
            <a:endParaRPr lang="ro-RO" altLang="ro-RO"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A754C53-04D7-4DD1-B3E2-BFA1ECBA721E}"/>
              </a:ext>
            </a:extLst>
          </p:cNvPr>
          <p:cNvSpPr>
            <a:spLocks noGrp="1" noChangeArrowheads="1"/>
          </p:cNvSpPr>
          <p:nvPr>
            <p:ph type="title"/>
          </p:nvPr>
        </p:nvSpPr>
        <p:spPr/>
        <p:txBody>
          <a:bodyPr>
            <a:normAutofit/>
          </a:bodyPr>
          <a:lstStyle/>
          <a:p>
            <a:pPr eaLnBrk="1" hangingPunct="1"/>
            <a:r>
              <a:rPr lang="ro-RO" altLang="ro-RO" sz="3600" b="1" dirty="0">
                <a:latin typeface="Times New Roman" panose="02020603050405020304" pitchFamily="18" charset="0"/>
                <a:cs typeface="Times New Roman" panose="02020603050405020304" pitchFamily="18" charset="0"/>
              </a:rPr>
              <a:t>Caracteristici structurale ale alegerilor</a:t>
            </a:r>
            <a:r>
              <a:rPr lang="ro-RO" altLang="ro-RO" sz="3600" dirty="0">
                <a:latin typeface="Times New Roman" panose="02020603050405020304" pitchFamily="18" charset="0"/>
                <a:cs typeface="Times New Roman" panose="02020603050405020304" pitchFamily="18" charset="0"/>
              </a:rPr>
              <a:t> </a:t>
            </a:r>
          </a:p>
        </p:txBody>
      </p:sp>
      <p:sp>
        <p:nvSpPr>
          <p:cNvPr id="5123" name="Rectangle 3">
            <a:extLst>
              <a:ext uri="{FF2B5EF4-FFF2-40B4-BE49-F238E27FC236}">
                <a16:creationId xmlns:a16="http://schemas.microsoft.com/office/drawing/2014/main" id="{2012FD84-240D-4B50-BE6E-8869650C78FF}"/>
              </a:ext>
            </a:extLst>
          </p:cNvPr>
          <p:cNvSpPr>
            <a:spLocks noGrp="1" noChangeArrowheads="1"/>
          </p:cNvSpPr>
          <p:nvPr>
            <p:ph type="body" idx="1"/>
          </p:nvPr>
        </p:nvSpPr>
        <p:spPr>
          <a:xfrm>
            <a:off x="1752600" y="1981200"/>
            <a:ext cx="8534400" cy="4114800"/>
          </a:xfrm>
        </p:spPr>
        <p:txBody>
          <a:bodyPr/>
          <a:lstStyle/>
          <a:p>
            <a:pPr eaLnBrk="1" hangingPunct="1">
              <a:buFontTx/>
              <a:buNone/>
            </a:pPr>
            <a:endParaRPr lang="ro-RO" altLang="ro-RO" dirty="0">
              <a:solidFill>
                <a:srgbClr val="000066"/>
              </a:solidFill>
              <a:latin typeface="Times New Roman" panose="02020603050405020304" pitchFamily="18" charset="0"/>
              <a:cs typeface="Times New Roman" panose="02020603050405020304" pitchFamily="18" charset="0"/>
            </a:endParaRPr>
          </a:p>
          <a:p>
            <a:pPr eaLnBrk="1" hangingPunct="1"/>
            <a:r>
              <a:rPr lang="ro-RO" altLang="ro-RO" dirty="0">
                <a:solidFill>
                  <a:srgbClr val="000066"/>
                </a:solidFill>
                <a:latin typeface="Times New Roman" panose="02020603050405020304" pitchFamily="18" charset="0"/>
                <a:cs typeface="Times New Roman" panose="02020603050405020304" pitchFamily="18" charset="0"/>
              </a:rPr>
              <a:t>Tipul circumscripțiilor</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Numărul de tururi de scrutin</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Sistemul electoral (tehnica de repartizare al mandatelor)</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Problematica dimensiunii și egalității circumscripțiilor: </a:t>
            </a:r>
            <a:br>
              <a:rPr lang="ro-RO" altLang="ro-RO" dirty="0">
                <a:solidFill>
                  <a:srgbClr val="000066"/>
                </a:solidFill>
                <a:latin typeface="Times New Roman" panose="02020603050405020304" pitchFamily="18" charset="0"/>
                <a:cs typeface="Times New Roman" panose="02020603050405020304" pitchFamily="18" charset="0"/>
              </a:rPr>
            </a:br>
            <a:r>
              <a:rPr lang="ro-RO" altLang="ro-RO" dirty="0">
                <a:solidFill>
                  <a:srgbClr val="000066"/>
                </a:solidFill>
                <a:latin typeface="Times New Roman" panose="02020603050405020304" pitchFamily="18" charset="0"/>
                <a:cs typeface="Times New Roman" panose="02020603050405020304" pitchFamily="18" charset="0"/>
              </a:rPr>
              <a:t>  Diferențele demografice</a:t>
            </a:r>
            <a:br>
              <a:rPr lang="ro-RO" altLang="ro-RO" dirty="0">
                <a:solidFill>
                  <a:srgbClr val="000066"/>
                </a:solidFill>
                <a:latin typeface="Times New Roman" panose="02020603050405020304" pitchFamily="18" charset="0"/>
                <a:cs typeface="Times New Roman" panose="02020603050405020304" pitchFamily="18" charset="0"/>
              </a:rPr>
            </a:br>
            <a:r>
              <a:rPr lang="ro-RO" altLang="ro-RO" dirty="0">
                <a:solidFill>
                  <a:srgbClr val="000066"/>
                </a:solidFill>
                <a:latin typeface="Times New Roman" panose="02020603050405020304" pitchFamily="18" charset="0"/>
                <a:cs typeface="Times New Roman" panose="02020603050405020304" pitchFamily="18" charset="0"/>
              </a:rPr>
              <a:t>  Designul circumscripțiilor </a:t>
            </a:r>
            <a:r>
              <a:rPr lang="ro-RO" altLang="ro-RO" i="1" dirty="0">
                <a:solidFill>
                  <a:srgbClr val="000066"/>
                </a:solidFill>
                <a:latin typeface="Times New Roman" panose="02020603050405020304" pitchFamily="18" charset="0"/>
                <a:cs typeface="Times New Roman" panose="02020603050405020304" pitchFamily="18" charset="0"/>
              </a:rPr>
              <a:t>(</a:t>
            </a:r>
            <a:r>
              <a:rPr lang="ro-RO" altLang="ro-RO" i="1" dirty="0" err="1">
                <a:solidFill>
                  <a:srgbClr val="000066"/>
                </a:solidFill>
                <a:latin typeface="Times New Roman" panose="02020603050405020304" pitchFamily="18" charset="0"/>
                <a:cs typeface="Times New Roman" panose="02020603050405020304" pitchFamily="18" charset="0"/>
              </a:rPr>
              <a:t>gerrymanderingul</a:t>
            </a:r>
            <a:r>
              <a:rPr lang="ro-RO" altLang="ro-RO" dirty="0">
                <a:solidFill>
                  <a:srgbClr val="000066"/>
                </a:solidFill>
                <a:latin typeface="Times New Roman" panose="02020603050405020304" pitchFamily="18" charset="0"/>
                <a:cs typeface="Times New Roman" panose="02020603050405020304" pitchFamily="18" charset="0"/>
              </a:rPr>
              <a:t>)</a:t>
            </a:r>
          </a:p>
          <a:p>
            <a:pPr eaLnBrk="1" hangingPunct="1"/>
            <a:endParaRPr lang="ro-RO" altLang="ro-RO"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C3308F55-8320-414F-BF24-C3D55D6A6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9" y="1557338"/>
            <a:ext cx="770572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re 2">
            <a:extLst>
              <a:ext uri="{FF2B5EF4-FFF2-40B4-BE49-F238E27FC236}">
                <a16:creationId xmlns:a16="http://schemas.microsoft.com/office/drawing/2014/main" id="{B839E702-029D-4054-8884-9A42FB660519}"/>
              </a:ext>
            </a:extLst>
          </p:cNvPr>
          <p:cNvSpPr>
            <a:spLocks noGrp="1"/>
          </p:cNvSpPr>
          <p:nvPr>
            <p:ph type="title"/>
          </p:nvPr>
        </p:nvSpPr>
        <p:spPr/>
        <p:txBody>
          <a:bodyPr>
            <a:normAutofit/>
          </a:bodyPr>
          <a:lstStyle/>
          <a:p>
            <a:pPr>
              <a:defRPr/>
            </a:pPr>
            <a:r>
              <a:rPr lang="ro-RO" sz="2800" b="1" dirty="0"/>
              <a:t>Primul gerrymandering </a:t>
            </a:r>
            <a:br>
              <a:rPr lang="ro-RO" sz="2800" b="1" dirty="0"/>
            </a:br>
            <a:r>
              <a:rPr lang="ro-RO" sz="2800" dirty="0"/>
              <a:t>În 1812 guvernatorul Elbridge Gerry a decupat districtul Essex din Massachusetts în favoarea propriului partid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7317FD8A-1A06-4E05-A49F-30897CB006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19288" y="1219200"/>
            <a:ext cx="8748712" cy="5035550"/>
          </a:xfrm>
          <a:noFill/>
        </p:spPr>
      </p:pic>
      <p:sp>
        <p:nvSpPr>
          <p:cNvPr id="8195" name="Rectangle 3">
            <a:extLst>
              <a:ext uri="{FF2B5EF4-FFF2-40B4-BE49-F238E27FC236}">
                <a16:creationId xmlns:a16="http://schemas.microsoft.com/office/drawing/2014/main" id="{055A50E5-05B3-46E2-BEB1-D065FBF30092}"/>
              </a:ext>
            </a:extLst>
          </p:cNvPr>
          <p:cNvSpPr>
            <a:spLocks noGrp="1" noChangeArrowheads="1"/>
          </p:cNvSpPr>
          <p:nvPr>
            <p:ph type="title"/>
          </p:nvPr>
        </p:nvSpPr>
        <p:spPr>
          <a:xfrm>
            <a:off x="2057400" y="0"/>
            <a:ext cx="7772400" cy="1143000"/>
          </a:xfrm>
        </p:spPr>
        <p:txBody>
          <a:bodyPr/>
          <a:lstStyle/>
          <a:p>
            <a:pPr eaLnBrk="1" hangingPunct="1"/>
            <a:r>
              <a:rPr lang="ro-RO" altLang="ro-RO">
                <a:cs typeface="Times New Roman" panose="02020603050405020304" pitchFamily="18" charset="0"/>
              </a:rPr>
              <a:t>Gerrymandering </a:t>
            </a:r>
            <a:r>
              <a:rPr lang="ro-RO" altLang="ro-RO"/>
              <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3D87C9A9-60B0-49FA-B58F-F12C02DA01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1" y="1600201"/>
            <a:ext cx="8893175" cy="4792663"/>
          </a:xfrm>
          <a:noFill/>
        </p:spPr>
      </p:pic>
      <p:sp>
        <p:nvSpPr>
          <p:cNvPr id="9219" name="Rectangle 3">
            <a:extLst>
              <a:ext uri="{FF2B5EF4-FFF2-40B4-BE49-F238E27FC236}">
                <a16:creationId xmlns:a16="http://schemas.microsoft.com/office/drawing/2014/main" id="{A53C4D44-A79B-431F-8AB4-32CE96AD8DAB}"/>
              </a:ext>
            </a:extLst>
          </p:cNvPr>
          <p:cNvSpPr>
            <a:spLocks noChangeArrowheads="1"/>
          </p:cNvSpPr>
          <p:nvPr/>
        </p:nvSpPr>
        <p:spPr bwMode="auto">
          <a:xfrm>
            <a:off x="3352800" y="381000"/>
            <a:ext cx="5257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4400">
                <a:solidFill>
                  <a:schemeClr val="tx2"/>
                </a:solidFill>
                <a:cs typeface="Times New Roman" panose="02020603050405020304" pitchFamily="18" charset="0"/>
              </a:rPr>
              <a:t>Gerrymandering</a:t>
            </a:r>
            <a:r>
              <a:rPr lang="ro-RO" altLang="ro-RO" sz="4400">
                <a:solidFill>
                  <a:schemeClr val="tx2"/>
                </a:solidFill>
              </a:rPr>
              <a:t>   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6CE1291-E95A-404E-BE79-1494D02205A1}"/>
              </a:ext>
            </a:extLst>
          </p:cNvPr>
          <p:cNvSpPr>
            <a:spLocks noGrp="1" noChangeArrowheads="1"/>
          </p:cNvSpPr>
          <p:nvPr>
            <p:ph type="title"/>
          </p:nvPr>
        </p:nvSpPr>
        <p:spPr/>
        <p:txBody>
          <a:bodyPr/>
          <a:lstStyle/>
          <a:p>
            <a:pPr eaLnBrk="1" hangingPunct="1"/>
            <a:r>
              <a:rPr lang="ro-RO" altLang="ro-RO">
                <a:cs typeface="Times New Roman" panose="02020603050405020304" pitchFamily="18" charset="0"/>
              </a:rPr>
              <a:t>Gerrymandering republican</a:t>
            </a:r>
            <a:r>
              <a:rPr lang="ro-RO" altLang="ro-RO"/>
              <a:t> </a:t>
            </a:r>
          </a:p>
        </p:txBody>
      </p:sp>
      <p:grpSp>
        <p:nvGrpSpPr>
          <p:cNvPr id="10243" name="Group 697">
            <a:extLst>
              <a:ext uri="{FF2B5EF4-FFF2-40B4-BE49-F238E27FC236}">
                <a16:creationId xmlns:a16="http://schemas.microsoft.com/office/drawing/2014/main" id="{7A52B943-AD59-474B-9953-0E00B18997A0}"/>
              </a:ext>
            </a:extLst>
          </p:cNvPr>
          <p:cNvGrpSpPr>
            <a:grpSpLocks/>
          </p:cNvGrpSpPr>
          <p:nvPr/>
        </p:nvGrpSpPr>
        <p:grpSpPr bwMode="auto">
          <a:xfrm>
            <a:off x="3810000" y="1905000"/>
            <a:ext cx="4343400" cy="3886200"/>
            <a:chOff x="-2" y="372"/>
            <a:chExt cx="1629" cy="3631"/>
          </a:xfrm>
        </p:grpSpPr>
        <p:grpSp>
          <p:nvGrpSpPr>
            <p:cNvPr id="10245" name="Group 695">
              <a:extLst>
                <a:ext uri="{FF2B5EF4-FFF2-40B4-BE49-F238E27FC236}">
                  <a16:creationId xmlns:a16="http://schemas.microsoft.com/office/drawing/2014/main" id="{CE319853-D914-4692-8B20-2DD340D1EA3B}"/>
                </a:ext>
              </a:extLst>
            </p:cNvPr>
            <p:cNvGrpSpPr>
              <a:grpSpLocks/>
            </p:cNvGrpSpPr>
            <p:nvPr/>
          </p:nvGrpSpPr>
          <p:grpSpPr bwMode="auto">
            <a:xfrm>
              <a:off x="0" y="374"/>
              <a:ext cx="1625" cy="3627"/>
              <a:chOff x="0" y="374"/>
              <a:chExt cx="1625" cy="3627"/>
            </a:xfrm>
          </p:grpSpPr>
          <p:grpSp>
            <p:nvGrpSpPr>
              <p:cNvPr id="10247" name="Group 518">
                <a:extLst>
                  <a:ext uri="{FF2B5EF4-FFF2-40B4-BE49-F238E27FC236}">
                    <a16:creationId xmlns:a16="http://schemas.microsoft.com/office/drawing/2014/main" id="{88A017BE-2A82-4870-90A3-D41BE9E9983C}"/>
                  </a:ext>
                </a:extLst>
              </p:cNvPr>
              <p:cNvGrpSpPr>
                <a:grpSpLocks/>
              </p:cNvGrpSpPr>
              <p:nvPr/>
            </p:nvGrpSpPr>
            <p:grpSpPr bwMode="auto">
              <a:xfrm>
                <a:off x="0" y="374"/>
                <a:ext cx="302" cy="403"/>
                <a:chOff x="0" y="374"/>
                <a:chExt cx="302" cy="403"/>
              </a:xfrm>
            </p:grpSpPr>
            <p:sp>
              <p:nvSpPr>
                <p:cNvPr id="10468" name="Rectangle 517">
                  <a:extLst>
                    <a:ext uri="{FF2B5EF4-FFF2-40B4-BE49-F238E27FC236}">
                      <a16:creationId xmlns:a16="http://schemas.microsoft.com/office/drawing/2014/main" id="{3A3C2A41-47FE-4C10-857A-74C9F8282E22}"/>
                    </a:ext>
                  </a:extLst>
                </p:cNvPr>
                <p:cNvSpPr>
                  <a:spLocks noChangeArrowheads="1"/>
                </p:cNvSpPr>
                <p:nvPr/>
              </p:nvSpPr>
              <p:spPr bwMode="auto">
                <a:xfrm>
                  <a:off x="0" y="374"/>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69" name="Group 516">
                  <a:extLst>
                    <a:ext uri="{FF2B5EF4-FFF2-40B4-BE49-F238E27FC236}">
                      <a16:creationId xmlns:a16="http://schemas.microsoft.com/office/drawing/2014/main" id="{C06D5516-2A8F-42B0-8A81-58CA297FB919}"/>
                    </a:ext>
                  </a:extLst>
                </p:cNvPr>
                <p:cNvGrpSpPr>
                  <a:grpSpLocks/>
                </p:cNvGrpSpPr>
                <p:nvPr/>
              </p:nvGrpSpPr>
              <p:grpSpPr bwMode="auto">
                <a:xfrm>
                  <a:off x="0" y="374"/>
                  <a:ext cx="302" cy="403"/>
                  <a:chOff x="0" y="374"/>
                  <a:chExt cx="302" cy="403"/>
                </a:xfrm>
              </p:grpSpPr>
              <p:sp>
                <p:nvSpPr>
                  <p:cNvPr id="10470" name="Rectangle 470">
                    <a:extLst>
                      <a:ext uri="{FF2B5EF4-FFF2-40B4-BE49-F238E27FC236}">
                        <a16:creationId xmlns:a16="http://schemas.microsoft.com/office/drawing/2014/main" id="{7B7A540B-3D5D-42CD-8606-C30A22BB12EE}"/>
                      </a:ext>
                    </a:extLst>
                  </p:cNvPr>
                  <p:cNvSpPr>
                    <a:spLocks noChangeArrowheads="1"/>
                  </p:cNvSpPr>
                  <p:nvPr/>
                </p:nvSpPr>
                <p:spPr bwMode="auto">
                  <a:xfrm>
                    <a:off x="43" y="374"/>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71" name="Rectangle 515">
                    <a:extLst>
                      <a:ext uri="{FF2B5EF4-FFF2-40B4-BE49-F238E27FC236}">
                        <a16:creationId xmlns:a16="http://schemas.microsoft.com/office/drawing/2014/main" id="{01CA55DA-02F2-434B-970A-FE1D6449E8F3}"/>
                      </a:ext>
                    </a:extLst>
                  </p:cNvPr>
                  <p:cNvSpPr>
                    <a:spLocks noChangeArrowheads="1"/>
                  </p:cNvSpPr>
                  <p:nvPr/>
                </p:nvSpPr>
                <p:spPr bwMode="auto">
                  <a:xfrm>
                    <a:off x="0" y="374"/>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48" name="Group 522">
                <a:extLst>
                  <a:ext uri="{FF2B5EF4-FFF2-40B4-BE49-F238E27FC236}">
                    <a16:creationId xmlns:a16="http://schemas.microsoft.com/office/drawing/2014/main" id="{5F71D328-0DC5-43B4-B06D-D0EA86591EEA}"/>
                  </a:ext>
                </a:extLst>
              </p:cNvPr>
              <p:cNvGrpSpPr>
                <a:grpSpLocks/>
              </p:cNvGrpSpPr>
              <p:nvPr/>
            </p:nvGrpSpPr>
            <p:grpSpPr bwMode="auto">
              <a:xfrm>
                <a:off x="302" y="374"/>
                <a:ext cx="302" cy="403"/>
                <a:chOff x="302" y="374"/>
                <a:chExt cx="302" cy="403"/>
              </a:xfrm>
            </p:grpSpPr>
            <p:sp>
              <p:nvSpPr>
                <p:cNvPr id="10464" name="Rectangle 521">
                  <a:extLst>
                    <a:ext uri="{FF2B5EF4-FFF2-40B4-BE49-F238E27FC236}">
                      <a16:creationId xmlns:a16="http://schemas.microsoft.com/office/drawing/2014/main" id="{02DC6EAE-2783-40A9-8B9C-B99C6BE7079B}"/>
                    </a:ext>
                  </a:extLst>
                </p:cNvPr>
                <p:cNvSpPr>
                  <a:spLocks noChangeArrowheads="1"/>
                </p:cNvSpPr>
                <p:nvPr/>
              </p:nvSpPr>
              <p:spPr bwMode="auto">
                <a:xfrm>
                  <a:off x="302" y="374"/>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65" name="Group 520">
                  <a:extLst>
                    <a:ext uri="{FF2B5EF4-FFF2-40B4-BE49-F238E27FC236}">
                      <a16:creationId xmlns:a16="http://schemas.microsoft.com/office/drawing/2014/main" id="{A753ACE9-F94B-4842-80F6-F5DBB55CD0F9}"/>
                    </a:ext>
                  </a:extLst>
                </p:cNvPr>
                <p:cNvGrpSpPr>
                  <a:grpSpLocks/>
                </p:cNvGrpSpPr>
                <p:nvPr/>
              </p:nvGrpSpPr>
              <p:grpSpPr bwMode="auto">
                <a:xfrm>
                  <a:off x="302" y="374"/>
                  <a:ext cx="302" cy="403"/>
                  <a:chOff x="302" y="374"/>
                  <a:chExt cx="302" cy="403"/>
                </a:xfrm>
              </p:grpSpPr>
              <p:sp>
                <p:nvSpPr>
                  <p:cNvPr id="10466" name="Rectangle 471">
                    <a:extLst>
                      <a:ext uri="{FF2B5EF4-FFF2-40B4-BE49-F238E27FC236}">
                        <a16:creationId xmlns:a16="http://schemas.microsoft.com/office/drawing/2014/main" id="{A3C53FAB-52CF-479F-A7AC-D9CD2C90461E}"/>
                      </a:ext>
                    </a:extLst>
                  </p:cNvPr>
                  <p:cNvSpPr>
                    <a:spLocks noChangeArrowheads="1"/>
                  </p:cNvSpPr>
                  <p:nvPr/>
                </p:nvSpPr>
                <p:spPr bwMode="auto">
                  <a:xfrm>
                    <a:off x="345" y="374"/>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67" name="Rectangle 519">
                    <a:extLst>
                      <a:ext uri="{FF2B5EF4-FFF2-40B4-BE49-F238E27FC236}">
                        <a16:creationId xmlns:a16="http://schemas.microsoft.com/office/drawing/2014/main" id="{EA0C3FBB-22FD-484F-B5D2-B2C39EF271E5}"/>
                      </a:ext>
                    </a:extLst>
                  </p:cNvPr>
                  <p:cNvSpPr>
                    <a:spLocks noChangeArrowheads="1"/>
                  </p:cNvSpPr>
                  <p:nvPr/>
                </p:nvSpPr>
                <p:spPr bwMode="auto">
                  <a:xfrm>
                    <a:off x="302" y="374"/>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49" name="Group 526">
                <a:extLst>
                  <a:ext uri="{FF2B5EF4-FFF2-40B4-BE49-F238E27FC236}">
                    <a16:creationId xmlns:a16="http://schemas.microsoft.com/office/drawing/2014/main" id="{A08B777E-EF25-4290-B053-BB7B4D1F26A5}"/>
                  </a:ext>
                </a:extLst>
              </p:cNvPr>
              <p:cNvGrpSpPr>
                <a:grpSpLocks/>
              </p:cNvGrpSpPr>
              <p:nvPr/>
            </p:nvGrpSpPr>
            <p:grpSpPr bwMode="auto">
              <a:xfrm>
                <a:off x="604" y="374"/>
                <a:ext cx="302" cy="403"/>
                <a:chOff x="604" y="374"/>
                <a:chExt cx="302" cy="403"/>
              </a:xfrm>
            </p:grpSpPr>
            <p:sp>
              <p:nvSpPr>
                <p:cNvPr id="10460" name="Rectangle 525">
                  <a:extLst>
                    <a:ext uri="{FF2B5EF4-FFF2-40B4-BE49-F238E27FC236}">
                      <a16:creationId xmlns:a16="http://schemas.microsoft.com/office/drawing/2014/main" id="{676B5BE5-E85A-4F09-96B4-6B820A331139}"/>
                    </a:ext>
                  </a:extLst>
                </p:cNvPr>
                <p:cNvSpPr>
                  <a:spLocks noChangeArrowheads="1"/>
                </p:cNvSpPr>
                <p:nvPr/>
              </p:nvSpPr>
              <p:spPr bwMode="auto">
                <a:xfrm>
                  <a:off x="604" y="374"/>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61" name="Group 524">
                  <a:extLst>
                    <a:ext uri="{FF2B5EF4-FFF2-40B4-BE49-F238E27FC236}">
                      <a16:creationId xmlns:a16="http://schemas.microsoft.com/office/drawing/2014/main" id="{7B93799F-B453-4B0C-A2CE-2F84765B0DCC}"/>
                    </a:ext>
                  </a:extLst>
                </p:cNvPr>
                <p:cNvGrpSpPr>
                  <a:grpSpLocks/>
                </p:cNvGrpSpPr>
                <p:nvPr/>
              </p:nvGrpSpPr>
              <p:grpSpPr bwMode="auto">
                <a:xfrm>
                  <a:off x="604" y="374"/>
                  <a:ext cx="302" cy="403"/>
                  <a:chOff x="604" y="374"/>
                  <a:chExt cx="302" cy="403"/>
                </a:xfrm>
              </p:grpSpPr>
              <p:sp>
                <p:nvSpPr>
                  <p:cNvPr id="10462" name="Rectangle 472">
                    <a:extLst>
                      <a:ext uri="{FF2B5EF4-FFF2-40B4-BE49-F238E27FC236}">
                        <a16:creationId xmlns:a16="http://schemas.microsoft.com/office/drawing/2014/main" id="{AFB3D31F-6D4F-4044-A920-5E8B7782B5DA}"/>
                      </a:ext>
                    </a:extLst>
                  </p:cNvPr>
                  <p:cNvSpPr>
                    <a:spLocks noChangeArrowheads="1"/>
                  </p:cNvSpPr>
                  <p:nvPr/>
                </p:nvSpPr>
                <p:spPr bwMode="auto">
                  <a:xfrm>
                    <a:off x="647" y="374"/>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63" name="Rectangle 523">
                    <a:extLst>
                      <a:ext uri="{FF2B5EF4-FFF2-40B4-BE49-F238E27FC236}">
                        <a16:creationId xmlns:a16="http://schemas.microsoft.com/office/drawing/2014/main" id="{C394B5B1-B36E-47B6-97CC-87A4048CF717}"/>
                      </a:ext>
                    </a:extLst>
                  </p:cNvPr>
                  <p:cNvSpPr>
                    <a:spLocks noChangeArrowheads="1"/>
                  </p:cNvSpPr>
                  <p:nvPr/>
                </p:nvSpPr>
                <p:spPr bwMode="auto">
                  <a:xfrm>
                    <a:off x="604" y="374"/>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0" name="Group 530">
                <a:extLst>
                  <a:ext uri="{FF2B5EF4-FFF2-40B4-BE49-F238E27FC236}">
                    <a16:creationId xmlns:a16="http://schemas.microsoft.com/office/drawing/2014/main" id="{155A2E20-6D93-498F-8C79-7B1B8D22ABC9}"/>
                  </a:ext>
                </a:extLst>
              </p:cNvPr>
              <p:cNvGrpSpPr>
                <a:grpSpLocks/>
              </p:cNvGrpSpPr>
              <p:nvPr/>
            </p:nvGrpSpPr>
            <p:grpSpPr bwMode="auto">
              <a:xfrm>
                <a:off x="906" y="374"/>
                <a:ext cx="302" cy="403"/>
                <a:chOff x="906" y="374"/>
                <a:chExt cx="302" cy="403"/>
              </a:xfrm>
            </p:grpSpPr>
            <p:sp>
              <p:nvSpPr>
                <p:cNvPr id="10456" name="Rectangle 529">
                  <a:extLst>
                    <a:ext uri="{FF2B5EF4-FFF2-40B4-BE49-F238E27FC236}">
                      <a16:creationId xmlns:a16="http://schemas.microsoft.com/office/drawing/2014/main" id="{CE1195F1-AFAF-48E6-8CE8-7B0AB04268C5}"/>
                    </a:ext>
                  </a:extLst>
                </p:cNvPr>
                <p:cNvSpPr>
                  <a:spLocks noChangeArrowheads="1"/>
                </p:cNvSpPr>
                <p:nvPr/>
              </p:nvSpPr>
              <p:spPr bwMode="auto">
                <a:xfrm>
                  <a:off x="906" y="374"/>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57" name="Group 528">
                  <a:extLst>
                    <a:ext uri="{FF2B5EF4-FFF2-40B4-BE49-F238E27FC236}">
                      <a16:creationId xmlns:a16="http://schemas.microsoft.com/office/drawing/2014/main" id="{B547A282-5A0D-4B23-BF0F-239CE0BC2093}"/>
                    </a:ext>
                  </a:extLst>
                </p:cNvPr>
                <p:cNvGrpSpPr>
                  <a:grpSpLocks/>
                </p:cNvGrpSpPr>
                <p:nvPr/>
              </p:nvGrpSpPr>
              <p:grpSpPr bwMode="auto">
                <a:xfrm>
                  <a:off x="906" y="374"/>
                  <a:ext cx="302" cy="403"/>
                  <a:chOff x="906" y="374"/>
                  <a:chExt cx="302" cy="403"/>
                </a:xfrm>
              </p:grpSpPr>
              <p:sp>
                <p:nvSpPr>
                  <p:cNvPr id="10458" name="Rectangle 473">
                    <a:extLst>
                      <a:ext uri="{FF2B5EF4-FFF2-40B4-BE49-F238E27FC236}">
                        <a16:creationId xmlns:a16="http://schemas.microsoft.com/office/drawing/2014/main" id="{66ADE79E-BAF2-4F87-BADD-C5B1BDEBF31C}"/>
                      </a:ext>
                    </a:extLst>
                  </p:cNvPr>
                  <p:cNvSpPr>
                    <a:spLocks noChangeArrowheads="1"/>
                  </p:cNvSpPr>
                  <p:nvPr/>
                </p:nvSpPr>
                <p:spPr bwMode="auto">
                  <a:xfrm>
                    <a:off x="949" y="374"/>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59" name="Rectangle 527">
                    <a:extLst>
                      <a:ext uri="{FF2B5EF4-FFF2-40B4-BE49-F238E27FC236}">
                        <a16:creationId xmlns:a16="http://schemas.microsoft.com/office/drawing/2014/main" id="{3A5641CF-981E-4207-8D20-9E4C469CBAF7}"/>
                      </a:ext>
                    </a:extLst>
                  </p:cNvPr>
                  <p:cNvSpPr>
                    <a:spLocks noChangeArrowheads="1"/>
                  </p:cNvSpPr>
                  <p:nvPr/>
                </p:nvSpPr>
                <p:spPr bwMode="auto">
                  <a:xfrm>
                    <a:off x="906" y="374"/>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1" name="Group 534">
                <a:extLst>
                  <a:ext uri="{FF2B5EF4-FFF2-40B4-BE49-F238E27FC236}">
                    <a16:creationId xmlns:a16="http://schemas.microsoft.com/office/drawing/2014/main" id="{60B3E130-5BE8-4DCC-AA5D-1FDBEEB07B6A}"/>
                  </a:ext>
                </a:extLst>
              </p:cNvPr>
              <p:cNvGrpSpPr>
                <a:grpSpLocks/>
              </p:cNvGrpSpPr>
              <p:nvPr/>
            </p:nvGrpSpPr>
            <p:grpSpPr bwMode="auto">
              <a:xfrm>
                <a:off x="1208" y="374"/>
                <a:ext cx="417" cy="403"/>
                <a:chOff x="1208" y="374"/>
                <a:chExt cx="417" cy="403"/>
              </a:xfrm>
            </p:grpSpPr>
            <p:sp>
              <p:nvSpPr>
                <p:cNvPr id="10452" name="Rectangle 533">
                  <a:extLst>
                    <a:ext uri="{FF2B5EF4-FFF2-40B4-BE49-F238E27FC236}">
                      <a16:creationId xmlns:a16="http://schemas.microsoft.com/office/drawing/2014/main" id="{651DFEDA-E057-4C0E-AE73-42D615848CDE}"/>
                    </a:ext>
                  </a:extLst>
                </p:cNvPr>
                <p:cNvSpPr>
                  <a:spLocks noChangeArrowheads="1"/>
                </p:cNvSpPr>
                <p:nvPr/>
              </p:nvSpPr>
              <p:spPr bwMode="auto">
                <a:xfrm>
                  <a:off x="1208" y="374"/>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53" name="Group 532">
                  <a:extLst>
                    <a:ext uri="{FF2B5EF4-FFF2-40B4-BE49-F238E27FC236}">
                      <a16:creationId xmlns:a16="http://schemas.microsoft.com/office/drawing/2014/main" id="{225B9553-C4E5-4583-BC06-6E9A8C7406EC}"/>
                    </a:ext>
                  </a:extLst>
                </p:cNvPr>
                <p:cNvGrpSpPr>
                  <a:grpSpLocks/>
                </p:cNvGrpSpPr>
                <p:nvPr/>
              </p:nvGrpSpPr>
              <p:grpSpPr bwMode="auto">
                <a:xfrm>
                  <a:off x="1208" y="374"/>
                  <a:ext cx="417" cy="403"/>
                  <a:chOff x="1208" y="374"/>
                  <a:chExt cx="417" cy="403"/>
                </a:xfrm>
              </p:grpSpPr>
              <p:sp>
                <p:nvSpPr>
                  <p:cNvPr id="10454" name="Rectangle 474">
                    <a:extLst>
                      <a:ext uri="{FF2B5EF4-FFF2-40B4-BE49-F238E27FC236}">
                        <a16:creationId xmlns:a16="http://schemas.microsoft.com/office/drawing/2014/main" id="{5A910D0A-F5E9-45DF-9E48-DAED0B58DD92}"/>
                      </a:ext>
                    </a:extLst>
                  </p:cNvPr>
                  <p:cNvSpPr>
                    <a:spLocks noChangeArrowheads="1"/>
                  </p:cNvSpPr>
                  <p:nvPr/>
                </p:nvSpPr>
                <p:spPr bwMode="auto">
                  <a:xfrm>
                    <a:off x="1251" y="374"/>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55" name="Rectangle 531">
                    <a:extLst>
                      <a:ext uri="{FF2B5EF4-FFF2-40B4-BE49-F238E27FC236}">
                        <a16:creationId xmlns:a16="http://schemas.microsoft.com/office/drawing/2014/main" id="{B888A541-D0C1-42A8-B807-C79DA04A1C40}"/>
                      </a:ext>
                    </a:extLst>
                  </p:cNvPr>
                  <p:cNvSpPr>
                    <a:spLocks noChangeArrowheads="1"/>
                  </p:cNvSpPr>
                  <p:nvPr/>
                </p:nvSpPr>
                <p:spPr bwMode="auto">
                  <a:xfrm>
                    <a:off x="1208" y="374"/>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2" name="Group 538">
                <a:extLst>
                  <a:ext uri="{FF2B5EF4-FFF2-40B4-BE49-F238E27FC236}">
                    <a16:creationId xmlns:a16="http://schemas.microsoft.com/office/drawing/2014/main" id="{63A35F1E-E906-458F-B2E2-BB3BD378FD93}"/>
                  </a:ext>
                </a:extLst>
              </p:cNvPr>
              <p:cNvGrpSpPr>
                <a:grpSpLocks/>
              </p:cNvGrpSpPr>
              <p:nvPr/>
            </p:nvGrpSpPr>
            <p:grpSpPr bwMode="auto">
              <a:xfrm>
                <a:off x="0" y="777"/>
                <a:ext cx="302" cy="403"/>
                <a:chOff x="0" y="777"/>
                <a:chExt cx="302" cy="403"/>
              </a:xfrm>
            </p:grpSpPr>
            <p:sp>
              <p:nvSpPr>
                <p:cNvPr id="10448" name="Rectangle 537">
                  <a:extLst>
                    <a:ext uri="{FF2B5EF4-FFF2-40B4-BE49-F238E27FC236}">
                      <a16:creationId xmlns:a16="http://schemas.microsoft.com/office/drawing/2014/main" id="{FC3BE12B-2120-4B7E-9C37-77030D2D2062}"/>
                    </a:ext>
                  </a:extLst>
                </p:cNvPr>
                <p:cNvSpPr>
                  <a:spLocks noChangeArrowheads="1"/>
                </p:cNvSpPr>
                <p:nvPr/>
              </p:nvSpPr>
              <p:spPr bwMode="auto">
                <a:xfrm>
                  <a:off x="0" y="777"/>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49" name="Group 536">
                  <a:extLst>
                    <a:ext uri="{FF2B5EF4-FFF2-40B4-BE49-F238E27FC236}">
                      <a16:creationId xmlns:a16="http://schemas.microsoft.com/office/drawing/2014/main" id="{DAA7F7F5-825A-4E84-B5BC-13DD24C5E34C}"/>
                    </a:ext>
                  </a:extLst>
                </p:cNvPr>
                <p:cNvGrpSpPr>
                  <a:grpSpLocks/>
                </p:cNvGrpSpPr>
                <p:nvPr/>
              </p:nvGrpSpPr>
              <p:grpSpPr bwMode="auto">
                <a:xfrm>
                  <a:off x="0" y="777"/>
                  <a:ext cx="302" cy="403"/>
                  <a:chOff x="0" y="777"/>
                  <a:chExt cx="302" cy="403"/>
                </a:xfrm>
              </p:grpSpPr>
              <p:sp>
                <p:nvSpPr>
                  <p:cNvPr id="10450" name="Rectangle 475">
                    <a:extLst>
                      <a:ext uri="{FF2B5EF4-FFF2-40B4-BE49-F238E27FC236}">
                        <a16:creationId xmlns:a16="http://schemas.microsoft.com/office/drawing/2014/main" id="{BCFE132C-5AC3-4B6F-B4E3-5EF0648C276C}"/>
                      </a:ext>
                    </a:extLst>
                  </p:cNvPr>
                  <p:cNvSpPr>
                    <a:spLocks noChangeArrowheads="1"/>
                  </p:cNvSpPr>
                  <p:nvPr/>
                </p:nvSpPr>
                <p:spPr bwMode="auto">
                  <a:xfrm>
                    <a:off x="43" y="777"/>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51" name="Rectangle 535">
                    <a:extLst>
                      <a:ext uri="{FF2B5EF4-FFF2-40B4-BE49-F238E27FC236}">
                        <a16:creationId xmlns:a16="http://schemas.microsoft.com/office/drawing/2014/main" id="{DA8AE8FA-0F67-442D-9463-D1C8CAE98E94}"/>
                      </a:ext>
                    </a:extLst>
                  </p:cNvPr>
                  <p:cNvSpPr>
                    <a:spLocks noChangeArrowheads="1"/>
                  </p:cNvSpPr>
                  <p:nvPr/>
                </p:nvSpPr>
                <p:spPr bwMode="auto">
                  <a:xfrm>
                    <a:off x="0" y="777"/>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3" name="Group 542">
                <a:extLst>
                  <a:ext uri="{FF2B5EF4-FFF2-40B4-BE49-F238E27FC236}">
                    <a16:creationId xmlns:a16="http://schemas.microsoft.com/office/drawing/2014/main" id="{BD6D5937-771A-4C0E-BA90-5C03254873E0}"/>
                  </a:ext>
                </a:extLst>
              </p:cNvPr>
              <p:cNvGrpSpPr>
                <a:grpSpLocks/>
              </p:cNvGrpSpPr>
              <p:nvPr/>
            </p:nvGrpSpPr>
            <p:grpSpPr bwMode="auto">
              <a:xfrm>
                <a:off x="302" y="777"/>
                <a:ext cx="302" cy="403"/>
                <a:chOff x="302" y="777"/>
                <a:chExt cx="302" cy="403"/>
              </a:xfrm>
            </p:grpSpPr>
            <p:sp>
              <p:nvSpPr>
                <p:cNvPr id="10444" name="Rectangle 541">
                  <a:extLst>
                    <a:ext uri="{FF2B5EF4-FFF2-40B4-BE49-F238E27FC236}">
                      <a16:creationId xmlns:a16="http://schemas.microsoft.com/office/drawing/2014/main" id="{A1E61D03-5A85-47DA-ABE2-92F4439DA68F}"/>
                    </a:ext>
                  </a:extLst>
                </p:cNvPr>
                <p:cNvSpPr>
                  <a:spLocks noChangeArrowheads="1"/>
                </p:cNvSpPr>
                <p:nvPr/>
              </p:nvSpPr>
              <p:spPr bwMode="auto">
                <a:xfrm>
                  <a:off x="302" y="777"/>
                  <a:ext cx="30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45" name="Group 540">
                  <a:extLst>
                    <a:ext uri="{FF2B5EF4-FFF2-40B4-BE49-F238E27FC236}">
                      <a16:creationId xmlns:a16="http://schemas.microsoft.com/office/drawing/2014/main" id="{7908BCD9-7967-4523-B804-21E981C91B4A}"/>
                    </a:ext>
                  </a:extLst>
                </p:cNvPr>
                <p:cNvGrpSpPr>
                  <a:grpSpLocks/>
                </p:cNvGrpSpPr>
                <p:nvPr/>
              </p:nvGrpSpPr>
              <p:grpSpPr bwMode="auto">
                <a:xfrm>
                  <a:off x="302" y="777"/>
                  <a:ext cx="302" cy="403"/>
                  <a:chOff x="302" y="777"/>
                  <a:chExt cx="302" cy="403"/>
                </a:xfrm>
              </p:grpSpPr>
              <p:sp>
                <p:nvSpPr>
                  <p:cNvPr id="10446" name="Rectangle 476">
                    <a:extLst>
                      <a:ext uri="{FF2B5EF4-FFF2-40B4-BE49-F238E27FC236}">
                        <a16:creationId xmlns:a16="http://schemas.microsoft.com/office/drawing/2014/main" id="{CC185ED3-A645-405F-A800-B49752C27B17}"/>
                      </a:ext>
                    </a:extLst>
                  </p:cNvPr>
                  <p:cNvSpPr>
                    <a:spLocks noChangeArrowheads="1"/>
                  </p:cNvSpPr>
                  <p:nvPr/>
                </p:nvSpPr>
                <p:spPr bwMode="auto">
                  <a:xfrm>
                    <a:off x="345" y="777"/>
                    <a:ext cx="216"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MD" altLang="ro-RO" sz="1000" b="1">
                        <a:solidFill>
                          <a:srgbClr val="FF0000"/>
                        </a:solidFill>
                      </a:rPr>
                      <a:t>D</a:t>
                    </a:r>
                    <a:endParaRPr lang="ro-MD" altLang="ro-RO" sz="1200" b="1">
                      <a:solidFill>
                        <a:srgbClr val="003300"/>
                      </a:solidFill>
                    </a:endParaRPr>
                  </a:p>
                  <a:p>
                    <a:pPr algn="ctr">
                      <a:spcBef>
                        <a:spcPct val="0"/>
                      </a:spcBef>
                      <a:buFontTx/>
                      <a:buNone/>
                    </a:pPr>
                    <a:endParaRPr lang="ro-MD" altLang="ro-RO" sz="2400"/>
                  </a:p>
                </p:txBody>
              </p:sp>
              <p:sp>
                <p:nvSpPr>
                  <p:cNvPr id="10447" name="Rectangle 539">
                    <a:extLst>
                      <a:ext uri="{FF2B5EF4-FFF2-40B4-BE49-F238E27FC236}">
                        <a16:creationId xmlns:a16="http://schemas.microsoft.com/office/drawing/2014/main" id="{6029A9C8-18BE-4C5B-8B14-8761F27747B5}"/>
                      </a:ext>
                    </a:extLst>
                  </p:cNvPr>
                  <p:cNvSpPr>
                    <a:spLocks noChangeArrowheads="1"/>
                  </p:cNvSpPr>
                  <p:nvPr/>
                </p:nvSpPr>
                <p:spPr bwMode="auto">
                  <a:xfrm>
                    <a:off x="302" y="777"/>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4" name="Group 546">
                <a:extLst>
                  <a:ext uri="{FF2B5EF4-FFF2-40B4-BE49-F238E27FC236}">
                    <a16:creationId xmlns:a16="http://schemas.microsoft.com/office/drawing/2014/main" id="{DD20152E-4A8D-4565-91F5-C4BF4AFE728C}"/>
                  </a:ext>
                </a:extLst>
              </p:cNvPr>
              <p:cNvGrpSpPr>
                <a:grpSpLocks/>
              </p:cNvGrpSpPr>
              <p:nvPr/>
            </p:nvGrpSpPr>
            <p:grpSpPr bwMode="auto">
              <a:xfrm>
                <a:off x="604" y="777"/>
                <a:ext cx="302" cy="403"/>
                <a:chOff x="604" y="777"/>
                <a:chExt cx="302" cy="403"/>
              </a:xfrm>
            </p:grpSpPr>
            <p:sp>
              <p:nvSpPr>
                <p:cNvPr id="10440" name="Rectangle 545">
                  <a:extLst>
                    <a:ext uri="{FF2B5EF4-FFF2-40B4-BE49-F238E27FC236}">
                      <a16:creationId xmlns:a16="http://schemas.microsoft.com/office/drawing/2014/main" id="{E9D154C1-BCA2-47DE-83CB-BB65B45D5919}"/>
                    </a:ext>
                  </a:extLst>
                </p:cNvPr>
                <p:cNvSpPr>
                  <a:spLocks noChangeArrowheads="1"/>
                </p:cNvSpPr>
                <p:nvPr/>
              </p:nvSpPr>
              <p:spPr bwMode="auto">
                <a:xfrm>
                  <a:off x="604" y="777"/>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41" name="Group 544">
                  <a:extLst>
                    <a:ext uri="{FF2B5EF4-FFF2-40B4-BE49-F238E27FC236}">
                      <a16:creationId xmlns:a16="http://schemas.microsoft.com/office/drawing/2014/main" id="{5053BB3F-E0F5-4261-BDF8-24E8782456CB}"/>
                    </a:ext>
                  </a:extLst>
                </p:cNvPr>
                <p:cNvGrpSpPr>
                  <a:grpSpLocks/>
                </p:cNvGrpSpPr>
                <p:nvPr/>
              </p:nvGrpSpPr>
              <p:grpSpPr bwMode="auto">
                <a:xfrm>
                  <a:off x="604" y="777"/>
                  <a:ext cx="302" cy="403"/>
                  <a:chOff x="604" y="777"/>
                  <a:chExt cx="302" cy="403"/>
                </a:xfrm>
              </p:grpSpPr>
              <p:sp>
                <p:nvSpPr>
                  <p:cNvPr id="10442" name="Rectangle 477">
                    <a:extLst>
                      <a:ext uri="{FF2B5EF4-FFF2-40B4-BE49-F238E27FC236}">
                        <a16:creationId xmlns:a16="http://schemas.microsoft.com/office/drawing/2014/main" id="{E4867412-F2CD-4CB2-95E9-893A0ED9976F}"/>
                      </a:ext>
                    </a:extLst>
                  </p:cNvPr>
                  <p:cNvSpPr>
                    <a:spLocks noChangeArrowheads="1"/>
                  </p:cNvSpPr>
                  <p:nvPr/>
                </p:nvSpPr>
                <p:spPr bwMode="auto">
                  <a:xfrm>
                    <a:off x="647" y="777"/>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43" name="Rectangle 543">
                    <a:extLst>
                      <a:ext uri="{FF2B5EF4-FFF2-40B4-BE49-F238E27FC236}">
                        <a16:creationId xmlns:a16="http://schemas.microsoft.com/office/drawing/2014/main" id="{80FC08C8-9506-4733-944C-45E70EEC2223}"/>
                      </a:ext>
                    </a:extLst>
                  </p:cNvPr>
                  <p:cNvSpPr>
                    <a:spLocks noChangeArrowheads="1"/>
                  </p:cNvSpPr>
                  <p:nvPr/>
                </p:nvSpPr>
                <p:spPr bwMode="auto">
                  <a:xfrm>
                    <a:off x="604" y="777"/>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5" name="Group 550">
                <a:extLst>
                  <a:ext uri="{FF2B5EF4-FFF2-40B4-BE49-F238E27FC236}">
                    <a16:creationId xmlns:a16="http://schemas.microsoft.com/office/drawing/2014/main" id="{E2A93725-D475-4553-A43C-D3B49738F0E1}"/>
                  </a:ext>
                </a:extLst>
              </p:cNvPr>
              <p:cNvGrpSpPr>
                <a:grpSpLocks/>
              </p:cNvGrpSpPr>
              <p:nvPr/>
            </p:nvGrpSpPr>
            <p:grpSpPr bwMode="auto">
              <a:xfrm>
                <a:off x="906" y="777"/>
                <a:ext cx="302" cy="403"/>
                <a:chOff x="906" y="777"/>
                <a:chExt cx="302" cy="403"/>
              </a:xfrm>
            </p:grpSpPr>
            <p:sp>
              <p:nvSpPr>
                <p:cNvPr id="10436" name="Rectangle 549">
                  <a:extLst>
                    <a:ext uri="{FF2B5EF4-FFF2-40B4-BE49-F238E27FC236}">
                      <a16:creationId xmlns:a16="http://schemas.microsoft.com/office/drawing/2014/main" id="{DCEA8624-ABD4-404B-B023-97DFF00AA9D2}"/>
                    </a:ext>
                  </a:extLst>
                </p:cNvPr>
                <p:cNvSpPr>
                  <a:spLocks noChangeArrowheads="1"/>
                </p:cNvSpPr>
                <p:nvPr/>
              </p:nvSpPr>
              <p:spPr bwMode="auto">
                <a:xfrm>
                  <a:off x="906" y="777"/>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37" name="Group 548">
                  <a:extLst>
                    <a:ext uri="{FF2B5EF4-FFF2-40B4-BE49-F238E27FC236}">
                      <a16:creationId xmlns:a16="http://schemas.microsoft.com/office/drawing/2014/main" id="{046AC796-A3D1-4F86-B570-1E4354048996}"/>
                    </a:ext>
                  </a:extLst>
                </p:cNvPr>
                <p:cNvGrpSpPr>
                  <a:grpSpLocks/>
                </p:cNvGrpSpPr>
                <p:nvPr/>
              </p:nvGrpSpPr>
              <p:grpSpPr bwMode="auto">
                <a:xfrm>
                  <a:off x="906" y="777"/>
                  <a:ext cx="302" cy="403"/>
                  <a:chOff x="906" y="777"/>
                  <a:chExt cx="302" cy="403"/>
                </a:xfrm>
              </p:grpSpPr>
              <p:sp>
                <p:nvSpPr>
                  <p:cNvPr id="10438" name="Rectangle 478">
                    <a:extLst>
                      <a:ext uri="{FF2B5EF4-FFF2-40B4-BE49-F238E27FC236}">
                        <a16:creationId xmlns:a16="http://schemas.microsoft.com/office/drawing/2014/main" id="{90A04A5B-F112-4899-99A1-73C261AD23BE}"/>
                      </a:ext>
                    </a:extLst>
                  </p:cNvPr>
                  <p:cNvSpPr>
                    <a:spLocks noChangeArrowheads="1"/>
                  </p:cNvSpPr>
                  <p:nvPr/>
                </p:nvSpPr>
                <p:spPr bwMode="auto">
                  <a:xfrm>
                    <a:off x="949" y="777"/>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39" name="Rectangle 547">
                    <a:extLst>
                      <a:ext uri="{FF2B5EF4-FFF2-40B4-BE49-F238E27FC236}">
                        <a16:creationId xmlns:a16="http://schemas.microsoft.com/office/drawing/2014/main" id="{67C7A699-7325-42F9-8017-829EEE8E6393}"/>
                      </a:ext>
                    </a:extLst>
                  </p:cNvPr>
                  <p:cNvSpPr>
                    <a:spLocks noChangeArrowheads="1"/>
                  </p:cNvSpPr>
                  <p:nvPr/>
                </p:nvSpPr>
                <p:spPr bwMode="auto">
                  <a:xfrm>
                    <a:off x="906" y="777"/>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6" name="Group 554">
                <a:extLst>
                  <a:ext uri="{FF2B5EF4-FFF2-40B4-BE49-F238E27FC236}">
                    <a16:creationId xmlns:a16="http://schemas.microsoft.com/office/drawing/2014/main" id="{FBE83DB0-F237-4A62-B809-1DA53955FBAB}"/>
                  </a:ext>
                </a:extLst>
              </p:cNvPr>
              <p:cNvGrpSpPr>
                <a:grpSpLocks/>
              </p:cNvGrpSpPr>
              <p:nvPr/>
            </p:nvGrpSpPr>
            <p:grpSpPr bwMode="auto">
              <a:xfrm>
                <a:off x="1208" y="777"/>
                <a:ext cx="417" cy="403"/>
                <a:chOff x="1208" y="777"/>
                <a:chExt cx="417" cy="403"/>
              </a:xfrm>
            </p:grpSpPr>
            <p:sp>
              <p:nvSpPr>
                <p:cNvPr id="10432" name="Rectangle 553">
                  <a:extLst>
                    <a:ext uri="{FF2B5EF4-FFF2-40B4-BE49-F238E27FC236}">
                      <a16:creationId xmlns:a16="http://schemas.microsoft.com/office/drawing/2014/main" id="{A703CE94-E33B-4630-A899-D8F9D170A81C}"/>
                    </a:ext>
                  </a:extLst>
                </p:cNvPr>
                <p:cNvSpPr>
                  <a:spLocks noChangeArrowheads="1"/>
                </p:cNvSpPr>
                <p:nvPr/>
              </p:nvSpPr>
              <p:spPr bwMode="auto">
                <a:xfrm>
                  <a:off x="1208" y="777"/>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33" name="Group 552">
                  <a:extLst>
                    <a:ext uri="{FF2B5EF4-FFF2-40B4-BE49-F238E27FC236}">
                      <a16:creationId xmlns:a16="http://schemas.microsoft.com/office/drawing/2014/main" id="{49D832B5-C378-47D2-BF58-AA2DF7DDF8A8}"/>
                    </a:ext>
                  </a:extLst>
                </p:cNvPr>
                <p:cNvGrpSpPr>
                  <a:grpSpLocks/>
                </p:cNvGrpSpPr>
                <p:nvPr/>
              </p:nvGrpSpPr>
              <p:grpSpPr bwMode="auto">
                <a:xfrm>
                  <a:off x="1208" y="777"/>
                  <a:ext cx="417" cy="403"/>
                  <a:chOff x="1208" y="777"/>
                  <a:chExt cx="417" cy="403"/>
                </a:xfrm>
              </p:grpSpPr>
              <p:sp>
                <p:nvSpPr>
                  <p:cNvPr id="10434" name="Rectangle 479">
                    <a:extLst>
                      <a:ext uri="{FF2B5EF4-FFF2-40B4-BE49-F238E27FC236}">
                        <a16:creationId xmlns:a16="http://schemas.microsoft.com/office/drawing/2014/main" id="{E2E9E53B-F799-4622-8D3A-C68AA2691722}"/>
                      </a:ext>
                    </a:extLst>
                  </p:cNvPr>
                  <p:cNvSpPr>
                    <a:spLocks noChangeArrowheads="1"/>
                  </p:cNvSpPr>
                  <p:nvPr/>
                </p:nvSpPr>
                <p:spPr bwMode="auto">
                  <a:xfrm>
                    <a:off x="1251" y="777"/>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35" name="Rectangle 551">
                    <a:extLst>
                      <a:ext uri="{FF2B5EF4-FFF2-40B4-BE49-F238E27FC236}">
                        <a16:creationId xmlns:a16="http://schemas.microsoft.com/office/drawing/2014/main" id="{5D0E284C-0C1F-400E-AB9A-F32535ECDA51}"/>
                      </a:ext>
                    </a:extLst>
                  </p:cNvPr>
                  <p:cNvSpPr>
                    <a:spLocks noChangeArrowheads="1"/>
                  </p:cNvSpPr>
                  <p:nvPr/>
                </p:nvSpPr>
                <p:spPr bwMode="auto">
                  <a:xfrm>
                    <a:off x="1208" y="777"/>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7" name="Group 558">
                <a:extLst>
                  <a:ext uri="{FF2B5EF4-FFF2-40B4-BE49-F238E27FC236}">
                    <a16:creationId xmlns:a16="http://schemas.microsoft.com/office/drawing/2014/main" id="{9666203D-4E4E-4F5D-A9FC-20FD5D9C7735}"/>
                  </a:ext>
                </a:extLst>
              </p:cNvPr>
              <p:cNvGrpSpPr>
                <a:grpSpLocks/>
              </p:cNvGrpSpPr>
              <p:nvPr/>
            </p:nvGrpSpPr>
            <p:grpSpPr bwMode="auto">
              <a:xfrm>
                <a:off x="0" y="1180"/>
                <a:ext cx="302" cy="403"/>
                <a:chOff x="0" y="1180"/>
                <a:chExt cx="302" cy="403"/>
              </a:xfrm>
            </p:grpSpPr>
            <p:sp>
              <p:nvSpPr>
                <p:cNvPr id="10428" name="Rectangle 557">
                  <a:extLst>
                    <a:ext uri="{FF2B5EF4-FFF2-40B4-BE49-F238E27FC236}">
                      <a16:creationId xmlns:a16="http://schemas.microsoft.com/office/drawing/2014/main" id="{777FDCAC-4B82-4166-A027-647EDFEE5214}"/>
                    </a:ext>
                  </a:extLst>
                </p:cNvPr>
                <p:cNvSpPr>
                  <a:spLocks noChangeArrowheads="1"/>
                </p:cNvSpPr>
                <p:nvPr/>
              </p:nvSpPr>
              <p:spPr bwMode="auto">
                <a:xfrm>
                  <a:off x="0" y="1180"/>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29" name="Group 556">
                  <a:extLst>
                    <a:ext uri="{FF2B5EF4-FFF2-40B4-BE49-F238E27FC236}">
                      <a16:creationId xmlns:a16="http://schemas.microsoft.com/office/drawing/2014/main" id="{FFB0C60C-D6FB-4FDF-934B-6A6A057BDADC}"/>
                    </a:ext>
                  </a:extLst>
                </p:cNvPr>
                <p:cNvGrpSpPr>
                  <a:grpSpLocks/>
                </p:cNvGrpSpPr>
                <p:nvPr/>
              </p:nvGrpSpPr>
              <p:grpSpPr bwMode="auto">
                <a:xfrm>
                  <a:off x="0" y="1180"/>
                  <a:ext cx="302" cy="403"/>
                  <a:chOff x="0" y="1180"/>
                  <a:chExt cx="302" cy="403"/>
                </a:xfrm>
              </p:grpSpPr>
              <p:sp>
                <p:nvSpPr>
                  <p:cNvPr id="10430" name="Rectangle 480">
                    <a:extLst>
                      <a:ext uri="{FF2B5EF4-FFF2-40B4-BE49-F238E27FC236}">
                        <a16:creationId xmlns:a16="http://schemas.microsoft.com/office/drawing/2014/main" id="{59C610DC-EC75-4D18-80DF-CE095192DBB4}"/>
                      </a:ext>
                    </a:extLst>
                  </p:cNvPr>
                  <p:cNvSpPr>
                    <a:spLocks noChangeArrowheads="1"/>
                  </p:cNvSpPr>
                  <p:nvPr/>
                </p:nvSpPr>
                <p:spPr bwMode="auto">
                  <a:xfrm>
                    <a:off x="43" y="1180"/>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31" name="Rectangle 555">
                    <a:extLst>
                      <a:ext uri="{FF2B5EF4-FFF2-40B4-BE49-F238E27FC236}">
                        <a16:creationId xmlns:a16="http://schemas.microsoft.com/office/drawing/2014/main" id="{BA3ECA79-F80D-4F8D-B3B8-DCE47767F20F}"/>
                      </a:ext>
                    </a:extLst>
                  </p:cNvPr>
                  <p:cNvSpPr>
                    <a:spLocks noChangeArrowheads="1"/>
                  </p:cNvSpPr>
                  <p:nvPr/>
                </p:nvSpPr>
                <p:spPr bwMode="auto">
                  <a:xfrm>
                    <a:off x="0" y="1180"/>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8" name="Group 562">
                <a:extLst>
                  <a:ext uri="{FF2B5EF4-FFF2-40B4-BE49-F238E27FC236}">
                    <a16:creationId xmlns:a16="http://schemas.microsoft.com/office/drawing/2014/main" id="{5C025101-CC7E-4720-9490-780CEF3F6111}"/>
                  </a:ext>
                </a:extLst>
              </p:cNvPr>
              <p:cNvGrpSpPr>
                <a:grpSpLocks/>
              </p:cNvGrpSpPr>
              <p:nvPr/>
            </p:nvGrpSpPr>
            <p:grpSpPr bwMode="auto">
              <a:xfrm>
                <a:off x="302" y="1180"/>
                <a:ext cx="302" cy="403"/>
                <a:chOff x="302" y="1180"/>
                <a:chExt cx="302" cy="403"/>
              </a:xfrm>
            </p:grpSpPr>
            <p:sp>
              <p:nvSpPr>
                <p:cNvPr id="10424" name="Rectangle 561">
                  <a:extLst>
                    <a:ext uri="{FF2B5EF4-FFF2-40B4-BE49-F238E27FC236}">
                      <a16:creationId xmlns:a16="http://schemas.microsoft.com/office/drawing/2014/main" id="{B5EB7997-806E-4D1F-B7B1-6B4B8B1A578D}"/>
                    </a:ext>
                  </a:extLst>
                </p:cNvPr>
                <p:cNvSpPr>
                  <a:spLocks noChangeArrowheads="1"/>
                </p:cNvSpPr>
                <p:nvPr/>
              </p:nvSpPr>
              <p:spPr bwMode="auto">
                <a:xfrm>
                  <a:off x="302" y="1180"/>
                  <a:ext cx="30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25" name="Group 560">
                  <a:extLst>
                    <a:ext uri="{FF2B5EF4-FFF2-40B4-BE49-F238E27FC236}">
                      <a16:creationId xmlns:a16="http://schemas.microsoft.com/office/drawing/2014/main" id="{12546BEF-1A8E-43FB-B578-95F77E8C0DC8}"/>
                    </a:ext>
                  </a:extLst>
                </p:cNvPr>
                <p:cNvGrpSpPr>
                  <a:grpSpLocks/>
                </p:cNvGrpSpPr>
                <p:nvPr/>
              </p:nvGrpSpPr>
              <p:grpSpPr bwMode="auto">
                <a:xfrm>
                  <a:off x="302" y="1180"/>
                  <a:ext cx="302" cy="403"/>
                  <a:chOff x="302" y="1180"/>
                  <a:chExt cx="302" cy="403"/>
                </a:xfrm>
              </p:grpSpPr>
              <p:sp>
                <p:nvSpPr>
                  <p:cNvPr id="10426" name="Rectangle 481">
                    <a:extLst>
                      <a:ext uri="{FF2B5EF4-FFF2-40B4-BE49-F238E27FC236}">
                        <a16:creationId xmlns:a16="http://schemas.microsoft.com/office/drawing/2014/main" id="{93D7EE94-A156-4056-9C5A-8DA0E52726BC}"/>
                      </a:ext>
                    </a:extLst>
                  </p:cNvPr>
                  <p:cNvSpPr>
                    <a:spLocks noChangeArrowheads="1"/>
                  </p:cNvSpPr>
                  <p:nvPr/>
                </p:nvSpPr>
                <p:spPr bwMode="auto">
                  <a:xfrm>
                    <a:off x="345" y="1180"/>
                    <a:ext cx="216"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27" name="Rectangle 559">
                    <a:extLst>
                      <a:ext uri="{FF2B5EF4-FFF2-40B4-BE49-F238E27FC236}">
                        <a16:creationId xmlns:a16="http://schemas.microsoft.com/office/drawing/2014/main" id="{C152A5C0-CE09-4E98-AF11-29C658FA0DA3}"/>
                      </a:ext>
                    </a:extLst>
                  </p:cNvPr>
                  <p:cNvSpPr>
                    <a:spLocks noChangeArrowheads="1"/>
                  </p:cNvSpPr>
                  <p:nvPr/>
                </p:nvSpPr>
                <p:spPr bwMode="auto">
                  <a:xfrm>
                    <a:off x="302" y="1180"/>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59" name="Group 566">
                <a:extLst>
                  <a:ext uri="{FF2B5EF4-FFF2-40B4-BE49-F238E27FC236}">
                    <a16:creationId xmlns:a16="http://schemas.microsoft.com/office/drawing/2014/main" id="{3ABF1217-1AEC-406F-B5F3-6EAEE28A9BF1}"/>
                  </a:ext>
                </a:extLst>
              </p:cNvPr>
              <p:cNvGrpSpPr>
                <a:grpSpLocks/>
              </p:cNvGrpSpPr>
              <p:nvPr/>
            </p:nvGrpSpPr>
            <p:grpSpPr bwMode="auto">
              <a:xfrm>
                <a:off x="604" y="1180"/>
                <a:ext cx="302" cy="403"/>
                <a:chOff x="604" y="1180"/>
                <a:chExt cx="302" cy="403"/>
              </a:xfrm>
            </p:grpSpPr>
            <p:sp>
              <p:nvSpPr>
                <p:cNvPr id="10420" name="Rectangle 565">
                  <a:extLst>
                    <a:ext uri="{FF2B5EF4-FFF2-40B4-BE49-F238E27FC236}">
                      <a16:creationId xmlns:a16="http://schemas.microsoft.com/office/drawing/2014/main" id="{3841C831-8CBE-4C3C-AC0A-570B2C0A6376}"/>
                    </a:ext>
                  </a:extLst>
                </p:cNvPr>
                <p:cNvSpPr>
                  <a:spLocks noChangeArrowheads="1"/>
                </p:cNvSpPr>
                <p:nvPr/>
              </p:nvSpPr>
              <p:spPr bwMode="auto">
                <a:xfrm>
                  <a:off x="604" y="1180"/>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21" name="Group 564">
                  <a:extLst>
                    <a:ext uri="{FF2B5EF4-FFF2-40B4-BE49-F238E27FC236}">
                      <a16:creationId xmlns:a16="http://schemas.microsoft.com/office/drawing/2014/main" id="{200E0058-627D-4DF2-AFEB-C68EEFC14EFF}"/>
                    </a:ext>
                  </a:extLst>
                </p:cNvPr>
                <p:cNvGrpSpPr>
                  <a:grpSpLocks/>
                </p:cNvGrpSpPr>
                <p:nvPr/>
              </p:nvGrpSpPr>
              <p:grpSpPr bwMode="auto">
                <a:xfrm>
                  <a:off x="604" y="1180"/>
                  <a:ext cx="302" cy="403"/>
                  <a:chOff x="604" y="1180"/>
                  <a:chExt cx="302" cy="403"/>
                </a:xfrm>
              </p:grpSpPr>
              <p:sp>
                <p:nvSpPr>
                  <p:cNvPr id="10422" name="Rectangle 482">
                    <a:extLst>
                      <a:ext uri="{FF2B5EF4-FFF2-40B4-BE49-F238E27FC236}">
                        <a16:creationId xmlns:a16="http://schemas.microsoft.com/office/drawing/2014/main" id="{C25745C5-890A-41A2-8BFB-4F519B7BEAD5}"/>
                      </a:ext>
                    </a:extLst>
                  </p:cNvPr>
                  <p:cNvSpPr>
                    <a:spLocks noChangeArrowheads="1"/>
                  </p:cNvSpPr>
                  <p:nvPr/>
                </p:nvSpPr>
                <p:spPr bwMode="auto">
                  <a:xfrm>
                    <a:off x="647" y="1180"/>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23" name="Rectangle 563">
                    <a:extLst>
                      <a:ext uri="{FF2B5EF4-FFF2-40B4-BE49-F238E27FC236}">
                        <a16:creationId xmlns:a16="http://schemas.microsoft.com/office/drawing/2014/main" id="{95A31829-A49E-4AD4-BAAE-C351DCADFA42}"/>
                      </a:ext>
                    </a:extLst>
                  </p:cNvPr>
                  <p:cNvSpPr>
                    <a:spLocks noChangeArrowheads="1"/>
                  </p:cNvSpPr>
                  <p:nvPr/>
                </p:nvSpPr>
                <p:spPr bwMode="auto">
                  <a:xfrm>
                    <a:off x="604" y="1180"/>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0" name="Group 570">
                <a:extLst>
                  <a:ext uri="{FF2B5EF4-FFF2-40B4-BE49-F238E27FC236}">
                    <a16:creationId xmlns:a16="http://schemas.microsoft.com/office/drawing/2014/main" id="{6038E894-9D9A-4780-81E7-077CAD20ADEB}"/>
                  </a:ext>
                </a:extLst>
              </p:cNvPr>
              <p:cNvGrpSpPr>
                <a:grpSpLocks/>
              </p:cNvGrpSpPr>
              <p:nvPr/>
            </p:nvGrpSpPr>
            <p:grpSpPr bwMode="auto">
              <a:xfrm>
                <a:off x="906" y="1180"/>
                <a:ext cx="302" cy="403"/>
                <a:chOff x="906" y="1180"/>
                <a:chExt cx="302" cy="403"/>
              </a:xfrm>
            </p:grpSpPr>
            <p:sp>
              <p:nvSpPr>
                <p:cNvPr id="10416" name="Rectangle 569">
                  <a:extLst>
                    <a:ext uri="{FF2B5EF4-FFF2-40B4-BE49-F238E27FC236}">
                      <a16:creationId xmlns:a16="http://schemas.microsoft.com/office/drawing/2014/main" id="{6282270D-0409-423D-81CE-0D97EC673CD0}"/>
                    </a:ext>
                  </a:extLst>
                </p:cNvPr>
                <p:cNvSpPr>
                  <a:spLocks noChangeArrowheads="1"/>
                </p:cNvSpPr>
                <p:nvPr/>
              </p:nvSpPr>
              <p:spPr bwMode="auto">
                <a:xfrm>
                  <a:off x="906" y="1180"/>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17" name="Group 568">
                  <a:extLst>
                    <a:ext uri="{FF2B5EF4-FFF2-40B4-BE49-F238E27FC236}">
                      <a16:creationId xmlns:a16="http://schemas.microsoft.com/office/drawing/2014/main" id="{D2A136AF-2D06-4915-A498-BCA42F846221}"/>
                    </a:ext>
                  </a:extLst>
                </p:cNvPr>
                <p:cNvGrpSpPr>
                  <a:grpSpLocks/>
                </p:cNvGrpSpPr>
                <p:nvPr/>
              </p:nvGrpSpPr>
              <p:grpSpPr bwMode="auto">
                <a:xfrm>
                  <a:off x="906" y="1180"/>
                  <a:ext cx="302" cy="403"/>
                  <a:chOff x="906" y="1180"/>
                  <a:chExt cx="302" cy="403"/>
                </a:xfrm>
              </p:grpSpPr>
              <p:sp>
                <p:nvSpPr>
                  <p:cNvPr id="10418" name="Rectangle 483">
                    <a:extLst>
                      <a:ext uri="{FF2B5EF4-FFF2-40B4-BE49-F238E27FC236}">
                        <a16:creationId xmlns:a16="http://schemas.microsoft.com/office/drawing/2014/main" id="{71B40564-56C9-4AAF-AD33-4E3A65377309}"/>
                      </a:ext>
                    </a:extLst>
                  </p:cNvPr>
                  <p:cNvSpPr>
                    <a:spLocks noChangeArrowheads="1"/>
                  </p:cNvSpPr>
                  <p:nvPr/>
                </p:nvSpPr>
                <p:spPr bwMode="auto">
                  <a:xfrm>
                    <a:off x="949" y="1180"/>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19" name="Rectangle 567">
                    <a:extLst>
                      <a:ext uri="{FF2B5EF4-FFF2-40B4-BE49-F238E27FC236}">
                        <a16:creationId xmlns:a16="http://schemas.microsoft.com/office/drawing/2014/main" id="{F47B7603-BE69-4BD6-9034-8A86B9516B97}"/>
                      </a:ext>
                    </a:extLst>
                  </p:cNvPr>
                  <p:cNvSpPr>
                    <a:spLocks noChangeArrowheads="1"/>
                  </p:cNvSpPr>
                  <p:nvPr/>
                </p:nvSpPr>
                <p:spPr bwMode="auto">
                  <a:xfrm>
                    <a:off x="906" y="1180"/>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1" name="Group 574">
                <a:extLst>
                  <a:ext uri="{FF2B5EF4-FFF2-40B4-BE49-F238E27FC236}">
                    <a16:creationId xmlns:a16="http://schemas.microsoft.com/office/drawing/2014/main" id="{1B486668-AB52-4727-A62B-EA983F893FBA}"/>
                  </a:ext>
                </a:extLst>
              </p:cNvPr>
              <p:cNvGrpSpPr>
                <a:grpSpLocks/>
              </p:cNvGrpSpPr>
              <p:nvPr/>
            </p:nvGrpSpPr>
            <p:grpSpPr bwMode="auto">
              <a:xfrm>
                <a:off x="1208" y="1180"/>
                <a:ext cx="417" cy="403"/>
                <a:chOff x="1208" y="1180"/>
                <a:chExt cx="417" cy="403"/>
              </a:xfrm>
            </p:grpSpPr>
            <p:sp>
              <p:nvSpPr>
                <p:cNvPr id="10412" name="Rectangle 573">
                  <a:extLst>
                    <a:ext uri="{FF2B5EF4-FFF2-40B4-BE49-F238E27FC236}">
                      <a16:creationId xmlns:a16="http://schemas.microsoft.com/office/drawing/2014/main" id="{0A7CFE38-A490-4C5C-B6BB-FDBF0B9ABCC3}"/>
                    </a:ext>
                  </a:extLst>
                </p:cNvPr>
                <p:cNvSpPr>
                  <a:spLocks noChangeArrowheads="1"/>
                </p:cNvSpPr>
                <p:nvPr/>
              </p:nvSpPr>
              <p:spPr bwMode="auto">
                <a:xfrm>
                  <a:off x="1208" y="1180"/>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13" name="Group 572">
                  <a:extLst>
                    <a:ext uri="{FF2B5EF4-FFF2-40B4-BE49-F238E27FC236}">
                      <a16:creationId xmlns:a16="http://schemas.microsoft.com/office/drawing/2014/main" id="{68FA264C-166C-4DEA-8AFE-A776757AC0A1}"/>
                    </a:ext>
                  </a:extLst>
                </p:cNvPr>
                <p:cNvGrpSpPr>
                  <a:grpSpLocks/>
                </p:cNvGrpSpPr>
                <p:nvPr/>
              </p:nvGrpSpPr>
              <p:grpSpPr bwMode="auto">
                <a:xfrm>
                  <a:off x="1208" y="1180"/>
                  <a:ext cx="417" cy="403"/>
                  <a:chOff x="1208" y="1180"/>
                  <a:chExt cx="417" cy="403"/>
                </a:xfrm>
              </p:grpSpPr>
              <p:sp>
                <p:nvSpPr>
                  <p:cNvPr id="10414" name="Rectangle 484">
                    <a:extLst>
                      <a:ext uri="{FF2B5EF4-FFF2-40B4-BE49-F238E27FC236}">
                        <a16:creationId xmlns:a16="http://schemas.microsoft.com/office/drawing/2014/main" id="{4CD1E044-27BE-4445-862C-B96E91460C1D}"/>
                      </a:ext>
                    </a:extLst>
                  </p:cNvPr>
                  <p:cNvSpPr>
                    <a:spLocks noChangeArrowheads="1"/>
                  </p:cNvSpPr>
                  <p:nvPr/>
                </p:nvSpPr>
                <p:spPr bwMode="auto">
                  <a:xfrm>
                    <a:off x="1251" y="1180"/>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15" name="Rectangle 571">
                    <a:extLst>
                      <a:ext uri="{FF2B5EF4-FFF2-40B4-BE49-F238E27FC236}">
                        <a16:creationId xmlns:a16="http://schemas.microsoft.com/office/drawing/2014/main" id="{F822A9A3-52CF-4EE2-B90A-CDB6B88A8761}"/>
                      </a:ext>
                    </a:extLst>
                  </p:cNvPr>
                  <p:cNvSpPr>
                    <a:spLocks noChangeArrowheads="1"/>
                  </p:cNvSpPr>
                  <p:nvPr/>
                </p:nvSpPr>
                <p:spPr bwMode="auto">
                  <a:xfrm>
                    <a:off x="1208" y="1180"/>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2" name="Group 578">
                <a:extLst>
                  <a:ext uri="{FF2B5EF4-FFF2-40B4-BE49-F238E27FC236}">
                    <a16:creationId xmlns:a16="http://schemas.microsoft.com/office/drawing/2014/main" id="{CF19B36F-0251-4A2B-9561-1734FBA61208}"/>
                  </a:ext>
                </a:extLst>
              </p:cNvPr>
              <p:cNvGrpSpPr>
                <a:grpSpLocks/>
              </p:cNvGrpSpPr>
              <p:nvPr/>
            </p:nvGrpSpPr>
            <p:grpSpPr bwMode="auto">
              <a:xfrm>
                <a:off x="0" y="1583"/>
                <a:ext cx="302" cy="403"/>
                <a:chOff x="0" y="1583"/>
                <a:chExt cx="302" cy="403"/>
              </a:xfrm>
            </p:grpSpPr>
            <p:sp>
              <p:nvSpPr>
                <p:cNvPr id="10408" name="Rectangle 577">
                  <a:extLst>
                    <a:ext uri="{FF2B5EF4-FFF2-40B4-BE49-F238E27FC236}">
                      <a16:creationId xmlns:a16="http://schemas.microsoft.com/office/drawing/2014/main" id="{735DC1E4-B9F6-4113-9A2A-CD00A5FAAC96}"/>
                    </a:ext>
                  </a:extLst>
                </p:cNvPr>
                <p:cNvSpPr>
                  <a:spLocks noChangeArrowheads="1"/>
                </p:cNvSpPr>
                <p:nvPr/>
              </p:nvSpPr>
              <p:spPr bwMode="auto">
                <a:xfrm>
                  <a:off x="0" y="1583"/>
                  <a:ext cx="30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09" name="Group 576">
                  <a:extLst>
                    <a:ext uri="{FF2B5EF4-FFF2-40B4-BE49-F238E27FC236}">
                      <a16:creationId xmlns:a16="http://schemas.microsoft.com/office/drawing/2014/main" id="{ABE598A1-60D8-4D68-8004-98C1256831BD}"/>
                    </a:ext>
                  </a:extLst>
                </p:cNvPr>
                <p:cNvGrpSpPr>
                  <a:grpSpLocks/>
                </p:cNvGrpSpPr>
                <p:nvPr/>
              </p:nvGrpSpPr>
              <p:grpSpPr bwMode="auto">
                <a:xfrm>
                  <a:off x="0" y="1583"/>
                  <a:ext cx="302" cy="403"/>
                  <a:chOff x="0" y="1583"/>
                  <a:chExt cx="302" cy="403"/>
                </a:xfrm>
              </p:grpSpPr>
              <p:sp>
                <p:nvSpPr>
                  <p:cNvPr id="10410" name="Rectangle 485">
                    <a:extLst>
                      <a:ext uri="{FF2B5EF4-FFF2-40B4-BE49-F238E27FC236}">
                        <a16:creationId xmlns:a16="http://schemas.microsoft.com/office/drawing/2014/main" id="{FEF34AAC-615F-45C6-B217-EBBF353BB66C}"/>
                      </a:ext>
                    </a:extLst>
                  </p:cNvPr>
                  <p:cNvSpPr>
                    <a:spLocks noChangeArrowheads="1"/>
                  </p:cNvSpPr>
                  <p:nvPr/>
                </p:nvSpPr>
                <p:spPr bwMode="auto">
                  <a:xfrm>
                    <a:off x="43" y="1583"/>
                    <a:ext cx="216"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MD" altLang="ro-RO" sz="1000" b="1">
                        <a:solidFill>
                          <a:srgbClr val="FF0000"/>
                        </a:solidFill>
                      </a:rPr>
                      <a:t>D</a:t>
                    </a:r>
                    <a:endParaRPr lang="en-US" altLang="ro-RO" sz="1200" b="1">
                      <a:solidFill>
                        <a:srgbClr val="FF0000"/>
                      </a:solidFill>
                    </a:endParaRPr>
                  </a:p>
                  <a:p>
                    <a:pPr algn="ctr">
                      <a:spcBef>
                        <a:spcPct val="0"/>
                      </a:spcBef>
                      <a:buFontTx/>
                      <a:buNone/>
                    </a:pPr>
                    <a:endParaRPr lang="en-US" altLang="ro-RO" sz="2400"/>
                  </a:p>
                </p:txBody>
              </p:sp>
              <p:sp>
                <p:nvSpPr>
                  <p:cNvPr id="10411" name="Rectangle 575">
                    <a:extLst>
                      <a:ext uri="{FF2B5EF4-FFF2-40B4-BE49-F238E27FC236}">
                        <a16:creationId xmlns:a16="http://schemas.microsoft.com/office/drawing/2014/main" id="{7A0EB603-2DF8-448F-957E-BD06A738FC6C}"/>
                      </a:ext>
                    </a:extLst>
                  </p:cNvPr>
                  <p:cNvSpPr>
                    <a:spLocks noChangeArrowheads="1"/>
                  </p:cNvSpPr>
                  <p:nvPr/>
                </p:nvSpPr>
                <p:spPr bwMode="auto">
                  <a:xfrm>
                    <a:off x="0" y="1583"/>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3" name="Group 582">
                <a:extLst>
                  <a:ext uri="{FF2B5EF4-FFF2-40B4-BE49-F238E27FC236}">
                    <a16:creationId xmlns:a16="http://schemas.microsoft.com/office/drawing/2014/main" id="{261BA272-FB7E-4DA2-B076-7A1CC49AE9A3}"/>
                  </a:ext>
                </a:extLst>
              </p:cNvPr>
              <p:cNvGrpSpPr>
                <a:grpSpLocks/>
              </p:cNvGrpSpPr>
              <p:nvPr/>
            </p:nvGrpSpPr>
            <p:grpSpPr bwMode="auto">
              <a:xfrm>
                <a:off x="302" y="1583"/>
                <a:ext cx="302" cy="403"/>
                <a:chOff x="302" y="1583"/>
                <a:chExt cx="302" cy="403"/>
              </a:xfrm>
            </p:grpSpPr>
            <p:sp>
              <p:nvSpPr>
                <p:cNvPr id="10404" name="Rectangle 581">
                  <a:extLst>
                    <a:ext uri="{FF2B5EF4-FFF2-40B4-BE49-F238E27FC236}">
                      <a16:creationId xmlns:a16="http://schemas.microsoft.com/office/drawing/2014/main" id="{1DB86C91-C7AA-42BD-B9DA-110ACECB3D91}"/>
                    </a:ext>
                  </a:extLst>
                </p:cNvPr>
                <p:cNvSpPr>
                  <a:spLocks noChangeArrowheads="1"/>
                </p:cNvSpPr>
                <p:nvPr/>
              </p:nvSpPr>
              <p:spPr bwMode="auto">
                <a:xfrm>
                  <a:off x="302" y="1583"/>
                  <a:ext cx="30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05" name="Group 580">
                  <a:extLst>
                    <a:ext uri="{FF2B5EF4-FFF2-40B4-BE49-F238E27FC236}">
                      <a16:creationId xmlns:a16="http://schemas.microsoft.com/office/drawing/2014/main" id="{1A92EDBE-8941-4956-8CDA-0C69506B1198}"/>
                    </a:ext>
                  </a:extLst>
                </p:cNvPr>
                <p:cNvGrpSpPr>
                  <a:grpSpLocks/>
                </p:cNvGrpSpPr>
                <p:nvPr/>
              </p:nvGrpSpPr>
              <p:grpSpPr bwMode="auto">
                <a:xfrm>
                  <a:off x="302" y="1583"/>
                  <a:ext cx="302" cy="403"/>
                  <a:chOff x="302" y="1583"/>
                  <a:chExt cx="302" cy="403"/>
                </a:xfrm>
              </p:grpSpPr>
              <p:sp>
                <p:nvSpPr>
                  <p:cNvPr id="10406" name="Rectangle 486">
                    <a:extLst>
                      <a:ext uri="{FF2B5EF4-FFF2-40B4-BE49-F238E27FC236}">
                        <a16:creationId xmlns:a16="http://schemas.microsoft.com/office/drawing/2014/main" id="{2262AA94-0222-4C43-81EE-522BA91D6F1B}"/>
                      </a:ext>
                    </a:extLst>
                  </p:cNvPr>
                  <p:cNvSpPr>
                    <a:spLocks noChangeArrowheads="1"/>
                  </p:cNvSpPr>
                  <p:nvPr/>
                </p:nvSpPr>
                <p:spPr bwMode="auto">
                  <a:xfrm>
                    <a:off x="345" y="1583"/>
                    <a:ext cx="216"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07" name="Rectangle 579">
                    <a:extLst>
                      <a:ext uri="{FF2B5EF4-FFF2-40B4-BE49-F238E27FC236}">
                        <a16:creationId xmlns:a16="http://schemas.microsoft.com/office/drawing/2014/main" id="{2B614159-09F3-452A-94B4-414F6F30DD16}"/>
                      </a:ext>
                    </a:extLst>
                  </p:cNvPr>
                  <p:cNvSpPr>
                    <a:spLocks noChangeArrowheads="1"/>
                  </p:cNvSpPr>
                  <p:nvPr/>
                </p:nvSpPr>
                <p:spPr bwMode="auto">
                  <a:xfrm>
                    <a:off x="302" y="1583"/>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4" name="Group 586">
                <a:extLst>
                  <a:ext uri="{FF2B5EF4-FFF2-40B4-BE49-F238E27FC236}">
                    <a16:creationId xmlns:a16="http://schemas.microsoft.com/office/drawing/2014/main" id="{C0429843-59BE-4D5F-BA76-05543AA1DE14}"/>
                  </a:ext>
                </a:extLst>
              </p:cNvPr>
              <p:cNvGrpSpPr>
                <a:grpSpLocks/>
              </p:cNvGrpSpPr>
              <p:nvPr/>
            </p:nvGrpSpPr>
            <p:grpSpPr bwMode="auto">
              <a:xfrm>
                <a:off x="604" y="1583"/>
                <a:ext cx="302" cy="403"/>
                <a:chOff x="604" y="1583"/>
                <a:chExt cx="302" cy="403"/>
              </a:xfrm>
            </p:grpSpPr>
            <p:sp>
              <p:nvSpPr>
                <p:cNvPr id="10400" name="Rectangle 585">
                  <a:extLst>
                    <a:ext uri="{FF2B5EF4-FFF2-40B4-BE49-F238E27FC236}">
                      <a16:creationId xmlns:a16="http://schemas.microsoft.com/office/drawing/2014/main" id="{76B94922-A9F8-4735-A872-EFF0DCAFCEDF}"/>
                    </a:ext>
                  </a:extLst>
                </p:cNvPr>
                <p:cNvSpPr>
                  <a:spLocks noChangeArrowheads="1"/>
                </p:cNvSpPr>
                <p:nvPr/>
              </p:nvSpPr>
              <p:spPr bwMode="auto">
                <a:xfrm>
                  <a:off x="604" y="1583"/>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401" name="Group 584">
                  <a:extLst>
                    <a:ext uri="{FF2B5EF4-FFF2-40B4-BE49-F238E27FC236}">
                      <a16:creationId xmlns:a16="http://schemas.microsoft.com/office/drawing/2014/main" id="{344AB558-15E2-4049-8327-C716E6D92D4F}"/>
                    </a:ext>
                  </a:extLst>
                </p:cNvPr>
                <p:cNvGrpSpPr>
                  <a:grpSpLocks/>
                </p:cNvGrpSpPr>
                <p:nvPr/>
              </p:nvGrpSpPr>
              <p:grpSpPr bwMode="auto">
                <a:xfrm>
                  <a:off x="604" y="1583"/>
                  <a:ext cx="302" cy="403"/>
                  <a:chOff x="604" y="1583"/>
                  <a:chExt cx="302" cy="403"/>
                </a:xfrm>
              </p:grpSpPr>
              <p:sp>
                <p:nvSpPr>
                  <p:cNvPr id="10402" name="Rectangle 487">
                    <a:extLst>
                      <a:ext uri="{FF2B5EF4-FFF2-40B4-BE49-F238E27FC236}">
                        <a16:creationId xmlns:a16="http://schemas.microsoft.com/office/drawing/2014/main" id="{CD4DE00F-1043-4ABE-93F1-248427417694}"/>
                      </a:ext>
                    </a:extLst>
                  </p:cNvPr>
                  <p:cNvSpPr>
                    <a:spLocks noChangeArrowheads="1"/>
                  </p:cNvSpPr>
                  <p:nvPr/>
                </p:nvSpPr>
                <p:spPr bwMode="auto">
                  <a:xfrm>
                    <a:off x="647" y="1583"/>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403" name="Rectangle 583">
                    <a:extLst>
                      <a:ext uri="{FF2B5EF4-FFF2-40B4-BE49-F238E27FC236}">
                        <a16:creationId xmlns:a16="http://schemas.microsoft.com/office/drawing/2014/main" id="{6D62C9B0-FA74-4404-98D1-64EA21EAC056}"/>
                      </a:ext>
                    </a:extLst>
                  </p:cNvPr>
                  <p:cNvSpPr>
                    <a:spLocks noChangeArrowheads="1"/>
                  </p:cNvSpPr>
                  <p:nvPr/>
                </p:nvSpPr>
                <p:spPr bwMode="auto">
                  <a:xfrm>
                    <a:off x="604" y="1583"/>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5" name="Group 590">
                <a:extLst>
                  <a:ext uri="{FF2B5EF4-FFF2-40B4-BE49-F238E27FC236}">
                    <a16:creationId xmlns:a16="http://schemas.microsoft.com/office/drawing/2014/main" id="{C56BBB4D-C127-4FEF-9B2D-EBCCBAA16511}"/>
                  </a:ext>
                </a:extLst>
              </p:cNvPr>
              <p:cNvGrpSpPr>
                <a:grpSpLocks/>
              </p:cNvGrpSpPr>
              <p:nvPr/>
            </p:nvGrpSpPr>
            <p:grpSpPr bwMode="auto">
              <a:xfrm>
                <a:off x="906" y="1583"/>
                <a:ext cx="302" cy="403"/>
                <a:chOff x="906" y="1583"/>
                <a:chExt cx="302" cy="403"/>
              </a:xfrm>
            </p:grpSpPr>
            <p:sp>
              <p:nvSpPr>
                <p:cNvPr id="10396" name="Rectangle 589">
                  <a:extLst>
                    <a:ext uri="{FF2B5EF4-FFF2-40B4-BE49-F238E27FC236}">
                      <a16:creationId xmlns:a16="http://schemas.microsoft.com/office/drawing/2014/main" id="{EE494C81-D047-487A-A69E-22DC6A5B05FC}"/>
                    </a:ext>
                  </a:extLst>
                </p:cNvPr>
                <p:cNvSpPr>
                  <a:spLocks noChangeArrowheads="1"/>
                </p:cNvSpPr>
                <p:nvPr/>
              </p:nvSpPr>
              <p:spPr bwMode="auto">
                <a:xfrm>
                  <a:off x="906" y="1583"/>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97" name="Group 588">
                  <a:extLst>
                    <a:ext uri="{FF2B5EF4-FFF2-40B4-BE49-F238E27FC236}">
                      <a16:creationId xmlns:a16="http://schemas.microsoft.com/office/drawing/2014/main" id="{04229AD3-481E-4768-A23D-43AB79EBA1D1}"/>
                    </a:ext>
                  </a:extLst>
                </p:cNvPr>
                <p:cNvGrpSpPr>
                  <a:grpSpLocks/>
                </p:cNvGrpSpPr>
                <p:nvPr/>
              </p:nvGrpSpPr>
              <p:grpSpPr bwMode="auto">
                <a:xfrm>
                  <a:off x="906" y="1583"/>
                  <a:ext cx="302" cy="403"/>
                  <a:chOff x="906" y="1583"/>
                  <a:chExt cx="302" cy="403"/>
                </a:xfrm>
              </p:grpSpPr>
              <p:sp>
                <p:nvSpPr>
                  <p:cNvPr id="10398" name="Rectangle 488">
                    <a:extLst>
                      <a:ext uri="{FF2B5EF4-FFF2-40B4-BE49-F238E27FC236}">
                        <a16:creationId xmlns:a16="http://schemas.microsoft.com/office/drawing/2014/main" id="{7274B8FF-3BF5-4CE2-A049-4A3F7C9815FB}"/>
                      </a:ext>
                    </a:extLst>
                  </p:cNvPr>
                  <p:cNvSpPr>
                    <a:spLocks noChangeArrowheads="1"/>
                  </p:cNvSpPr>
                  <p:nvPr/>
                </p:nvSpPr>
                <p:spPr bwMode="auto">
                  <a:xfrm>
                    <a:off x="949" y="1583"/>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99" name="Rectangle 587">
                    <a:extLst>
                      <a:ext uri="{FF2B5EF4-FFF2-40B4-BE49-F238E27FC236}">
                        <a16:creationId xmlns:a16="http://schemas.microsoft.com/office/drawing/2014/main" id="{2F9A798B-02D6-440F-AB91-9C69A5D7F01F}"/>
                      </a:ext>
                    </a:extLst>
                  </p:cNvPr>
                  <p:cNvSpPr>
                    <a:spLocks noChangeArrowheads="1"/>
                  </p:cNvSpPr>
                  <p:nvPr/>
                </p:nvSpPr>
                <p:spPr bwMode="auto">
                  <a:xfrm>
                    <a:off x="906" y="1583"/>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6" name="Group 594">
                <a:extLst>
                  <a:ext uri="{FF2B5EF4-FFF2-40B4-BE49-F238E27FC236}">
                    <a16:creationId xmlns:a16="http://schemas.microsoft.com/office/drawing/2014/main" id="{9EEF7686-DD53-4E46-B19B-76149C4F4858}"/>
                  </a:ext>
                </a:extLst>
              </p:cNvPr>
              <p:cNvGrpSpPr>
                <a:grpSpLocks/>
              </p:cNvGrpSpPr>
              <p:nvPr/>
            </p:nvGrpSpPr>
            <p:grpSpPr bwMode="auto">
              <a:xfrm>
                <a:off x="1208" y="1583"/>
                <a:ext cx="417" cy="403"/>
                <a:chOff x="1208" y="1583"/>
                <a:chExt cx="417" cy="403"/>
              </a:xfrm>
            </p:grpSpPr>
            <p:sp>
              <p:nvSpPr>
                <p:cNvPr id="10392" name="Rectangle 593">
                  <a:extLst>
                    <a:ext uri="{FF2B5EF4-FFF2-40B4-BE49-F238E27FC236}">
                      <a16:creationId xmlns:a16="http://schemas.microsoft.com/office/drawing/2014/main" id="{1093AFC9-A072-40B3-8D63-CBD8B544AC5B}"/>
                    </a:ext>
                  </a:extLst>
                </p:cNvPr>
                <p:cNvSpPr>
                  <a:spLocks noChangeArrowheads="1"/>
                </p:cNvSpPr>
                <p:nvPr/>
              </p:nvSpPr>
              <p:spPr bwMode="auto">
                <a:xfrm>
                  <a:off x="1208" y="1583"/>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93" name="Group 592">
                  <a:extLst>
                    <a:ext uri="{FF2B5EF4-FFF2-40B4-BE49-F238E27FC236}">
                      <a16:creationId xmlns:a16="http://schemas.microsoft.com/office/drawing/2014/main" id="{6421CA04-1CF2-4D55-B706-87CC34E8AA94}"/>
                    </a:ext>
                  </a:extLst>
                </p:cNvPr>
                <p:cNvGrpSpPr>
                  <a:grpSpLocks/>
                </p:cNvGrpSpPr>
                <p:nvPr/>
              </p:nvGrpSpPr>
              <p:grpSpPr bwMode="auto">
                <a:xfrm>
                  <a:off x="1208" y="1583"/>
                  <a:ext cx="417" cy="403"/>
                  <a:chOff x="1208" y="1583"/>
                  <a:chExt cx="417" cy="403"/>
                </a:xfrm>
              </p:grpSpPr>
              <p:sp>
                <p:nvSpPr>
                  <p:cNvPr id="10394" name="Rectangle 489">
                    <a:extLst>
                      <a:ext uri="{FF2B5EF4-FFF2-40B4-BE49-F238E27FC236}">
                        <a16:creationId xmlns:a16="http://schemas.microsoft.com/office/drawing/2014/main" id="{870D33BF-A115-4B7E-999B-4A7B4AED6A1F}"/>
                      </a:ext>
                    </a:extLst>
                  </p:cNvPr>
                  <p:cNvSpPr>
                    <a:spLocks noChangeArrowheads="1"/>
                  </p:cNvSpPr>
                  <p:nvPr/>
                </p:nvSpPr>
                <p:spPr bwMode="auto">
                  <a:xfrm>
                    <a:off x="1251" y="1583"/>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95" name="Rectangle 591">
                    <a:extLst>
                      <a:ext uri="{FF2B5EF4-FFF2-40B4-BE49-F238E27FC236}">
                        <a16:creationId xmlns:a16="http://schemas.microsoft.com/office/drawing/2014/main" id="{7CD28A07-4E81-44E5-8733-8C5A96A73D98}"/>
                      </a:ext>
                    </a:extLst>
                  </p:cNvPr>
                  <p:cNvSpPr>
                    <a:spLocks noChangeArrowheads="1"/>
                  </p:cNvSpPr>
                  <p:nvPr/>
                </p:nvSpPr>
                <p:spPr bwMode="auto">
                  <a:xfrm>
                    <a:off x="1208" y="1583"/>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7" name="Group 598">
                <a:extLst>
                  <a:ext uri="{FF2B5EF4-FFF2-40B4-BE49-F238E27FC236}">
                    <a16:creationId xmlns:a16="http://schemas.microsoft.com/office/drawing/2014/main" id="{07CEB630-A1F8-4BE2-83E7-33B1D6D06600}"/>
                  </a:ext>
                </a:extLst>
              </p:cNvPr>
              <p:cNvGrpSpPr>
                <a:grpSpLocks/>
              </p:cNvGrpSpPr>
              <p:nvPr/>
            </p:nvGrpSpPr>
            <p:grpSpPr bwMode="auto">
              <a:xfrm>
                <a:off x="0" y="1986"/>
                <a:ext cx="302" cy="403"/>
                <a:chOff x="0" y="1986"/>
                <a:chExt cx="302" cy="403"/>
              </a:xfrm>
            </p:grpSpPr>
            <p:sp>
              <p:nvSpPr>
                <p:cNvPr id="10388" name="Rectangle 597">
                  <a:extLst>
                    <a:ext uri="{FF2B5EF4-FFF2-40B4-BE49-F238E27FC236}">
                      <a16:creationId xmlns:a16="http://schemas.microsoft.com/office/drawing/2014/main" id="{ECAD84CD-79DA-474A-A0C2-98581E2D10B2}"/>
                    </a:ext>
                  </a:extLst>
                </p:cNvPr>
                <p:cNvSpPr>
                  <a:spLocks noChangeArrowheads="1"/>
                </p:cNvSpPr>
                <p:nvPr/>
              </p:nvSpPr>
              <p:spPr bwMode="auto">
                <a:xfrm>
                  <a:off x="0" y="1986"/>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89" name="Group 596">
                  <a:extLst>
                    <a:ext uri="{FF2B5EF4-FFF2-40B4-BE49-F238E27FC236}">
                      <a16:creationId xmlns:a16="http://schemas.microsoft.com/office/drawing/2014/main" id="{EA243CBF-3880-48E4-A83E-930A31FCF2AB}"/>
                    </a:ext>
                  </a:extLst>
                </p:cNvPr>
                <p:cNvGrpSpPr>
                  <a:grpSpLocks/>
                </p:cNvGrpSpPr>
                <p:nvPr/>
              </p:nvGrpSpPr>
              <p:grpSpPr bwMode="auto">
                <a:xfrm>
                  <a:off x="0" y="1986"/>
                  <a:ext cx="302" cy="403"/>
                  <a:chOff x="0" y="1986"/>
                  <a:chExt cx="302" cy="403"/>
                </a:xfrm>
              </p:grpSpPr>
              <p:sp>
                <p:nvSpPr>
                  <p:cNvPr id="10390" name="Rectangle 490">
                    <a:extLst>
                      <a:ext uri="{FF2B5EF4-FFF2-40B4-BE49-F238E27FC236}">
                        <a16:creationId xmlns:a16="http://schemas.microsoft.com/office/drawing/2014/main" id="{74CC4838-4C3D-4A84-8DD7-4A6435713D40}"/>
                      </a:ext>
                    </a:extLst>
                  </p:cNvPr>
                  <p:cNvSpPr>
                    <a:spLocks noChangeArrowheads="1"/>
                  </p:cNvSpPr>
                  <p:nvPr/>
                </p:nvSpPr>
                <p:spPr bwMode="auto">
                  <a:xfrm>
                    <a:off x="43" y="1986"/>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91" name="Rectangle 595">
                    <a:extLst>
                      <a:ext uri="{FF2B5EF4-FFF2-40B4-BE49-F238E27FC236}">
                        <a16:creationId xmlns:a16="http://schemas.microsoft.com/office/drawing/2014/main" id="{6610BD96-C658-4E00-9524-AA45F83AD5C1}"/>
                      </a:ext>
                    </a:extLst>
                  </p:cNvPr>
                  <p:cNvSpPr>
                    <a:spLocks noChangeArrowheads="1"/>
                  </p:cNvSpPr>
                  <p:nvPr/>
                </p:nvSpPr>
                <p:spPr bwMode="auto">
                  <a:xfrm>
                    <a:off x="0" y="1986"/>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8" name="Group 602">
                <a:extLst>
                  <a:ext uri="{FF2B5EF4-FFF2-40B4-BE49-F238E27FC236}">
                    <a16:creationId xmlns:a16="http://schemas.microsoft.com/office/drawing/2014/main" id="{ECC5B759-2F46-42E1-B518-6FA344EDE6FA}"/>
                  </a:ext>
                </a:extLst>
              </p:cNvPr>
              <p:cNvGrpSpPr>
                <a:grpSpLocks/>
              </p:cNvGrpSpPr>
              <p:nvPr/>
            </p:nvGrpSpPr>
            <p:grpSpPr bwMode="auto">
              <a:xfrm>
                <a:off x="302" y="1986"/>
                <a:ext cx="302" cy="403"/>
                <a:chOff x="302" y="1986"/>
                <a:chExt cx="302" cy="403"/>
              </a:xfrm>
            </p:grpSpPr>
            <p:sp>
              <p:nvSpPr>
                <p:cNvPr id="10384" name="Rectangle 601">
                  <a:extLst>
                    <a:ext uri="{FF2B5EF4-FFF2-40B4-BE49-F238E27FC236}">
                      <a16:creationId xmlns:a16="http://schemas.microsoft.com/office/drawing/2014/main" id="{CD82983E-D608-4626-9A27-460C18F5706D}"/>
                    </a:ext>
                  </a:extLst>
                </p:cNvPr>
                <p:cNvSpPr>
                  <a:spLocks noChangeArrowheads="1"/>
                </p:cNvSpPr>
                <p:nvPr/>
              </p:nvSpPr>
              <p:spPr bwMode="auto">
                <a:xfrm>
                  <a:off x="302" y="1986"/>
                  <a:ext cx="30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85" name="Group 600">
                  <a:extLst>
                    <a:ext uri="{FF2B5EF4-FFF2-40B4-BE49-F238E27FC236}">
                      <a16:creationId xmlns:a16="http://schemas.microsoft.com/office/drawing/2014/main" id="{5C7A1D75-82F9-404A-AD02-CCD247C83E1E}"/>
                    </a:ext>
                  </a:extLst>
                </p:cNvPr>
                <p:cNvGrpSpPr>
                  <a:grpSpLocks/>
                </p:cNvGrpSpPr>
                <p:nvPr/>
              </p:nvGrpSpPr>
              <p:grpSpPr bwMode="auto">
                <a:xfrm>
                  <a:off x="302" y="1986"/>
                  <a:ext cx="302" cy="403"/>
                  <a:chOff x="302" y="1986"/>
                  <a:chExt cx="302" cy="403"/>
                </a:xfrm>
              </p:grpSpPr>
              <p:sp>
                <p:nvSpPr>
                  <p:cNvPr id="10386" name="Rectangle 491">
                    <a:extLst>
                      <a:ext uri="{FF2B5EF4-FFF2-40B4-BE49-F238E27FC236}">
                        <a16:creationId xmlns:a16="http://schemas.microsoft.com/office/drawing/2014/main" id="{B0E40832-B349-4C77-98D8-5E40304FD52E}"/>
                      </a:ext>
                    </a:extLst>
                  </p:cNvPr>
                  <p:cNvSpPr>
                    <a:spLocks noChangeArrowheads="1"/>
                  </p:cNvSpPr>
                  <p:nvPr/>
                </p:nvSpPr>
                <p:spPr bwMode="auto">
                  <a:xfrm>
                    <a:off x="345" y="1986"/>
                    <a:ext cx="216"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87" name="Rectangle 599">
                    <a:extLst>
                      <a:ext uri="{FF2B5EF4-FFF2-40B4-BE49-F238E27FC236}">
                        <a16:creationId xmlns:a16="http://schemas.microsoft.com/office/drawing/2014/main" id="{C10797B4-1E6C-4B62-9D13-AC406472BC8F}"/>
                      </a:ext>
                    </a:extLst>
                  </p:cNvPr>
                  <p:cNvSpPr>
                    <a:spLocks noChangeArrowheads="1"/>
                  </p:cNvSpPr>
                  <p:nvPr/>
                </p:nvSpPr>
                <p:spPr bwMode="auto">
                  <a:xfrm>
                    <a:off x="302" y="1986"/>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69" name="Group 606">
                <a:extLst>
                  <a:ext uri="{FF2B5EF4-FFF2-40B4-BE49-F238E27FC236}">
                    <a16:creationId xmlns:a16="http://schemas.microsoft.com/office/drawing/2014/main" id="{59B98B45-2876-496B-A059-11CF93B3DDCC}"/>
                  </a:ext>
                </a:extLst>
              </p:cNvPr>
              <p:cNvGrpSpPr>
                <a:grpSpLocks/>
              </p:cNvGrpSpPr>
              <p:nvPr/>
            </p:nvGrpSpPr>
            <p:grpSpPr bwMode="auto">
              <a:xfrm>
                <a:off x="604" y="1986"/>
                <a:ext cx="302" cy="403"/>
                <a:chOff x="604" y="1986"/>
                <a:chExt cx="302" cy="403"/>
              </a:xfrm>
            </p:grpSpPr>
            <p:sp>
              <p:nvSpPr>
                <p:cNvPr id="10380" name="Rectangle 605">
                  <a:extLst>
                    <a:ext uri="{FF2B5EF4-FFF2-40B4-BE49-F238E27FC236}">
                      <a16:creationId xmlns:a16="http://schemas.microsoft.com/office/drawing/2014/main" id="{57A09E2F-28D4-4220-AC03-C229BC3D308B}"/>
                    </a:ext>
                  </a:extLst>
                </p:cNvPr>
                <p:cNvSpPr>
                  <a:spLocks noChangeArrowheads="1"/>
                </p:cNvSpPr>
                <p:nvPr/>
              </p:nvSpPr>
              <p:spPr bwMode="auto">
                <a:xfrm>
                  <a:off x="604" y="1986"/>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81" name="Group 604">
                  <a:extLst>
                    <a:ext uri="{FF2B5EF4-FFF2-40B4-BE49-F238E27FC236}">
                      <a16:creationId xmlns:a16="http://schemas.microsoft.com/office/drawing/2014/main" id="{9C7AFD6C-46CC-4DF3-8A54-9023A76098DA}"/>
                    </a:ext>
                  </a:extLst>
                </p:cNvPr>
                <p:cNvGrpSpPr>
                  <a:grpSpLocks/>
                </p:cNvGrpSpPr>
                <p:nvPr/>
              </p:nvGrpSpPr>
              <p:grpSpPr bwMode="auto">
                <a:xfrm>
                  <a:off x="604" y="1986"/>
                  <a:ext cx="302" cy="403"/>
                  <a:chOff x="604" y="1986"/>
                  <a:chExt cx="302" cy="403"/>
                </a:xfrm>
              </p:grpSpPr>
              <p:sp>
                <p:nvSpPr>
                  <p:cNvPr id="10382" name="Rectangle 492">
                    <a:extLst>
                      <a:ext uri="{FF2B5EF4-FFF2-40B4-BE49-F238E27FC236}">
                        <a16:creationId xmlns:a16="http://schemas.microsoft.com/office/drawing/2014/main" id="{7B344011-7623-45C0-A652-6A776EA0BC3F}"/>
                      </a:ext>
                    </a:extLst>
                  </p:cNvPr>
                  <p:cNvSpPr>
                    <a:spLocks noChangeArrowheads="1"/>
                  </p:cNvSpPr>
                  <p:nvPr/>
                </p:nvSpPr>
                <p:spPr bwMode="auto">
                  <a:xfrm>
                    <a:off x="647" y="1986"/>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83" name="Rectangle 603">
                    <a:extLst>
                      <a:ext uri="{FF2B5EF4-FFF2-40B4-BE49-F238E27FC236}">
                        <a16:creationId xmlns:a16="http://schemas.microsoft.com/office/drawing/2014/main" id="{26E595F2-823B-45AF-BC40-346B240F7CAF}"/>
                      </a:ext>
                    </a:extLst>
                  </p:cNvPr>
                  <p:cNvSpPr>
                    <a:spLocks noChangeArrowheads="1"/>
                  </p:cNvSpPr>
                  <p:nvPr/>
                </p:nvSpPr>
                <p:spPr bwMode="auto">
                  <a:xfrm>
                    <a:off x="604" y="1986"/>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0" name="Group 610">
                <a:extLst>
                  <a:ext uri="{FF2B5EF4-FFF2-40B4-BE49-F238E27FC236}">
                    <a16:creationId xmlns:a16="http://schemas.microsoft.com/office/drawing/2014/main" id="{3A988DB0-607E-486F-9DBC-C6F35FD10239}"/>
                  </a:ext>
                </a:extLst>
              </p:cNvPr>
              <p:cNvGrpSpPr>
                <a:grpSpLocks/>
              </p:cNvGrpSpPr>
              <p:nvPr/>
            </p:nvGrpSpPr>
            <p:grpSpPr bwMode="auto">
              <a:xfrm>
                <a:off x="906" y="1986"/>
                <a:ext cx="302" cy="403"/>
                <a:chOff x="906" y="1986"/>
                <a:chExt cx="302" cy="403"/>
              </a:xfrm>
            </p:grpSpPr>
            <p:sp>
              <p:nvSpPr>
                <p:cNvPr id="10376" name="Rectangle 609">
                  <a:extLst>
                    <a:ext uri="{FF2B5EF4-FFF2-40B4-BE49-F238E27FC236}">
                      <a16:creationId xmlns:a16="http://schemas.microsoft.com/office/drawing/2014/main" id="{FCCBDEC8-8908-498B-9B8F-CE809C208593}"/>
                    </a:ext>
                  </a:extLst>
                </p:cNvPr>
                <p:cNvSpPr>
                  <a:spLocks noChangeArrowheads="1"/>
                </p:cNvSpPr>
                <p:nvPr/>
              </p:nvSpPr>
              <p:spPr bwMode="auto">
                <a:xfrm>
                  <a:off x="906" y="1986"/>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77" name="Group 608">
                  <a:extLst>
                    <a:ext uri="{FF2B5EF4-FFF2-40B4-BE49-F238E27FC236}">
                      <a16:creationId xmlns:a16="http://schemas.microsoft.com/office/drawing/2014/main" id="{1F36EE8E-572A-4D7B-B0BE-8B6AB0A0DB83}"/>
                    </a:ext>
                  </a:extLst>
                </p:cNvPr>
                <p:cNvGrpSpPr>
                  <a:grpSpLocks/>
                </p:cNvGrpSpPr>
                <p:nvPr/>
              </p:nvGrpSpPr>
              <p:grpSpPr bwMode="auto">
                <a:xfrm>
                  <a:off x="906" y="1986"/>
                  <a:ext cx="302" cy="403"/>
                  <a:chOff x="906" y="1986"/>
                  <a:chExt cx="302" cy="403"/>
                </a:xfrm>
              </p:grpSpPr>
              <p:sp>
                <p:nvSpPr>
                  <p:cNvPr id="10378" name="Rectangle 493">
                    <a:extLst>
                      <a:ext uri="{FF2B5EF4-FFF2-40B4-BE49-F238E27FC236}">
                        <a16:creationId xmlns:a16="http://schemas.microsoft.com/office/drawing/2014/main" id="{B4DF4A8D-1F8F-4048-B997-B22215968245}"/>
                      </a:ext>
                    </a:extLst>
                  </p:cNvPr>
                  <p:cNvSpPr>
                    <a:spLocks noChangeArrowheads="1"/>
                  </p:cNvSpPr>
                  <p:nvPr/>
                </p:nvSpPr>
                <p:spPr bwMode="auto">
                  <a:xfrm>
                    <a:off x="949" y="1986"/>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79" name="Rectangle 607">
                    <a:extLst>
                      <a:ext uri="{FF2B5EF4-FFF2-40B4-BE49-F238E27FC236}">
                        <a16:creationId xmlns:a16="http://schemas.microsoft.com/office/drawing/2014/main" id="{1550727A-1D83-4642-BD4F-79EEB2B56C6F}"/>
                      </a:ext>
                    </a:extLst>
                  </p:cNvPr>
                  <p:cNvSpPr>
                    <a:spLocks noChangeArrowheads="1"/>
                  </p:cNvSpPr>
                  <p:nvPr/>
                </p:nvSpPr>
                <p:spPr bwMode="auto">
                  <a:xfrm>
                    <a:off x="906" y="1986"/>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1" name="Group 614">
                <a:extLst>
                  <a:ext uri="{FF2B5EF4-FFF2-40B4-BE49-F238E27FC236}">
                    <a16:creationId xmlns:a16="http://schemas.microsoft.com/office/drawing/2014/main" id="{21DAAC36-6FA8-4069-B216-4DCF5D3EB91A}"/>
                  </a:ext>
                </a:extLst>
              </p:cNvPr>
              <p:cNvGrpSpPr>
                <a:grpSpLocks/>
              </p:cNvGrpSpPr>
              <p:nvPr/>
            </p:nvGrpSpPr>
            <p:grpSpPr bwMode="auto">
              <a:xfrm>
                <a:off x="1208" y="1986"/>
                <a:ext cx="417" cy="403"/>
                <a:chOff x="1208" y="1986"/>
                <a:chExt cx="417" cy="403"/>
              </a:xfrm>
            </p:grpSpPr>
            <p:sp>
              <p:nvSpPr>
                <p:cNvPr id="10372" name="Rectangle 613">
                  <a:extLst>
                    <a:ext uri="{FF2B5EF4-FFF2-40B4-BE49-F238E27FC236}">
                      <a16:creationId xmlns:a16="http://schemas.microsoft.com/office/drawing/2014/main" id="{BD3DE006-3D95-4F45-9100-064021AD0862}"/>
                    </a:ext>
                  </a:extLst>
                </p:cNvPr>
                <p:cNvSpPr>
                  <a:spLocks noChangeArrowheads="1"/>
                </p:cNvSpPr>
                <p:nvPr/>
              </p:nvSpPr>
              <p:spPr bwMode="auto">
                <a:xfrm>
                  <a:off x="1208" y="1986"/>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73" name="Group 612">
                  <a:extLst>
                    <a:ext uri="{FF2B5EF4-FFF2-40B4-BE49-F238E27FC236}">
                      <a16:creationId xmlns:a16="http://schemas.microsoft.com/office/drawing/2014/main" id="{84A0A322-3E96-4E4B-B947-364E3CD34A5B}"/>
                    </a:ext>
                  </a:extLst>
                </p:cNvPr>
                <p:cNvGrpSpPr>
                  <a:grpSpLocks/>
                </p:cNvGrpSpPr>
                <p:nvPr/>
              </p:nvGrpSpPr>
              <p:grpSpPr bwMode="auto">
                <a:xfrm>
                  <a:off x="1208" y="1986"/>
                  <a:ext cx="417" cy="403"/>
                  <a:chOff x="1208" y="1986"/>
                  <a:chExt cx="417" cy="403"/>
                </a:xfrm>
              </p:grpSpPr>
              <p:sp>
                <p:nvSpPr>
                  <p:cNvPr id="10374" name="Rectangle 494">
                    <a:extLst>
                      <a:ext uri="{FF2B5EF4-FFF2-40B4-BE49-F238E27FC236}">
                        <a16:creationId xmlns:a16="http://schemas.microsoft.com/office/drawing/2014/main" id="{F429585D-365A-431D-8EF8-63AFAD93542D}"/>
                      </a:ext>
                    </a:extLst>
                  </p:cNvPr>
                  <p:cNvSpPr>
                    <a:spLocks noChangeArrowheads="1"/>
                  </p:cNvSpPr>
                  <p:nvPr/>
                </p:nvSpPr>
                <p:spPr bwMode="auto">
                  <a:xfrm>
                    <a:off x="1251" y="1986"/>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75" name="Rectangle 611">
                    <a:extLst>
                      <a:ext uri="{FF2B5EF4-FFF2-40B4-BE49-F238E27FC236}">
                        <a16:creationId xmlns:a16="http://schemas.microsoft.com/office/drawing/2014/main" id="{E51255DD-952D-4EBB-B132-6005301F80E3}"/>
                      </a:ext>
                    </a:extLst>
                  </p:cNvPr>
                  <p:cNvSpPr>
                    <a:spLocks noChangeArrowheads="1"/>
                  </p:cNvSpPr>
                  <p:nvPr/>
                </p:nvSpPr>
                <p:spPr bwMode="auto">
                  <a:xfrm>
                    <a:off x="1208" y="1986"/>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2" name="Group 618">
                <a:extLst>
                  <a:ext uri="{FF2B5EF4-FFF2-40B4-BE49-F238E27FC236}">
                    <a16:creationId xmlns:a16="http://schemas.microsoft.com/office/drawing/2014/main" id="{EC09FD8B-017A-4018-A1BA-D11D756B151F}"/>
                  </a:ext>
                </a:extLst>
              </p:cNvPr>
              <p:cNvGrpSpPr>
                <a:grpSpLocks/>
              </p:cNvGrpSpPr>
              <p:nvPr/>
            </p:nvGrpSpPr>
            <p:grpSpPr bwMode="auto">
              <a:xfrm>
                <a:off x="0" y="2389"/>
                <a:ext cx="302" cy="403"/>
                <a:chOff x="0" y="2389"/>
                <a:chExt cx="302" cy="403"/>
              </a:xfrm>
            </p:grpSpPr>
            <p:sp>
              <p:nvSpPr>
                <p:cNvPr id="10368" name="Rectangle 617">
                  <a:extLst>
                    <a:ext uri="{FF2B5EF4-FFF2-40B4-BE49-F238E27FC236}">
                      <a16:creationId xmlns:a16="http://schemas.microsoft.com/office/drawing/2014/main" id="{7B4FB5A1-4179-4299-9D11-50B8B5047338}"/>
                    </a:ext>
                  </a:extLst>
                </p:cNvPr>
                <p:cNvSpPr>
                  <a:spLocks noChangeArrowheads="1"/>
                </p:cNvSpPr>
                <p:nvPr/>
              </p:nvSpPr>
              <p:spPr bwMode="auto">
                <a:xfrm>
                  <a:off x="0" y="2389"/>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69" name="Group 616">
                  <a:extLst>
                    <a:ext uri="{FF2B5EF4-FFF2-40B4-BE49-F238E27FC236}">
                      <a16:creationId xmlns:a16="http://schemas.microsoft.com/office/drawing/2014/main" id="{22924995-9699-4733-90FD-F218CE83E7FA}"/>
                    </a:ext>
                  </a:extLst>
                </p:cNvPr>
                <p:cNvGrpSpPr>
                  <a:grpSpLocks/>
                </p:cNvGrpSpPr>
                <p:nvPr/>
              </p:nvGrpSpPr>
              <p:grpSpPr bwMode="auto">
                <a:xfrm>
                  <a:off x="0" y="2389"/>
                  <a:ext cx="302" cy="403"/>
                  <a:chOff x="0" y="2389"/>
                  <a:chExt cx="302" cy="403"/>
                </a:xfrm>
              </p:grpSpPr>
              <p:sp>
                <p:nvSpPr>
                  <p:cNvPr id="10370" name="Rectangle 495">
                    <a:extLst>
                      <a:ext uri="{FF2B5EF4-FFF2-40B4-BE49-F238E27FC236}">
                        <a16:creationId xmlns:a16="http://schemas.microsoft.com/office/drawing/2014/main" id="{417B2AD0-125A-487C-89D8-7C68C74BA928}"/>
                      </a:ext>
                    </a:extLst>
                  </p:cNvPr>
                  <p:cNvSpPr>
                    <a:spLocks noChangeArrowheads="1"/>
                  </p:cNvSpPr>
                  <p:nvPr/>
                </p:nvSpPr>
                <p:spPr bwMode="auto">
                  <a:xfrm>
                    <a:off x="43" y="2389"/>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00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71" name="Rectangle 615">
                    <a:extLst>
                      <a:ext uri="{FF2B5EF4-FFF2-40B4-BE49-F238E27FC236}">
                        <a16:creationId xmlns:a16="http://schemas.microsoft.com/office/drawing/2014/main" id="{F1CA21BF-38A1-483F-BF41-89F06190B572}"/>
                      </a:ext>
                    </a:extLst>
                  </p:cNvPr>
                  <p:cNvSpPr>
                    <a:spLocks noChangeArrowheads="1"/>
                  </p:cNvSpPr>
                  <p:nvPr/>
                </p:nvSpPr>
                <p:spPr bwMode="auto">
                  <a:xfrm>
                    <a:off x="0" y="2389"/>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3" name="Group 622">
                <a:extLst>
                  <a:ext uri="{FF2B5EF4-FFF2-40B4-BE49-F238E27FC236}">
                    <a16:creationId xmlns:a16="http://schemas.microsoft.com/office/drawing/2014/main" id="{1CB62D7B-2A53-484D-9E4E-7427B0614AFF}"/>
                  </a:ext>
                </a:extLst>
              </p:cNvPr>
              <p:cNvGrpSpPr>
                <a:grpSpLocks/>
              </p:cNvGrpSpPr>
              <p:nvPr/>
            </p:nvGrpSpPr>
            <p:grpSpPr bwMode="auto">
              <a:xfrm>
                <a:off x="302" y="2389"/>
                <a:ext cx="302" cy="403"/>
                <a:chOff x="302" y="2389"/>
                <a:chExt cx="302" cy="403"/>
              </a:xfrm>
            </p:grpSpPr>
            <p:sp>
              <p:nvSpPr>
                <p:cNvPr id="10364" name="Rectangle 621">
                  <a:extLst>
                    <a:ext uri="{FF2B5EF4-FFF2-40B4-BE49-F238E27FC236}">
                      <a16:creationId xmlns:a16="http://schemas.microsoft.com/office/drawing/2014/main" id="{17ED1207-66E0-498D-B7DD-400914A6F507}"/>
                    </a:ext>
                  </a:extLst>
                </p:cNvPr>
                <p:cNvSpPr>
                  <a:spLocks noChangeArrowheads="1"/>
                </p:cNvSpPr>
                <p:nvPr/>
              </p:nvSpPr>
              <p:spPr bwMode="auto">
                <a:xfrm>
                  <a:off x="302" y="2389"/>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65" name="Group 620">
                  <a:extLst>
                    <a:ext uri="{FF2B5EF4-FFF2-40B4-BE49-F238E27FC236}">
                      <a16:creationId xmlns:a16="http://schemas.microsoft.com/office/drawing/2014/main" id="{EAE9952F-3B9E-4C2B-8BAD-28CF5BF6EF5A}"/>
                    </a:ext>
                  </a:extLst>
                </p:cNvPr>
                <p:cNvGrpSpPr>
                  <a:grpSpLocks/>
                </p:cNvGrpSpPr>
                <p:nvPr/>
              </p:nvGrpSpPr>
              <p:grpSpPr bwMode="auto">
                <a:xfrm>
                  <a:off x="302" y="2389"/>
                  <a:ext cx="302" cy="403"/>
                  <a:chOff x="302" y="2389"/>
                  <a:chExt cx="302" cy="403"/>
                </a:xfrm>
              </p:grpSpPr>
              <p:sp>
                <p:nvSpPr>
                  <p:cNvPr id="10366" name="Rectangle 496">
                    <a:extLst>
                      <a:ext uri="{FF2B5EF4-FFF2-40B4-BE49-F238E27FC236}">
                        <a16:creationId xmlns:a16="http://schemas.microsoft.com/office/drawing/2014/main" id="{0B7B14B6-C1EF-4C01-9AAE-8AE77CB6A4E4}"/>
                      </a:ext>
                    </a:extLst>
                  </p:cNvPr>
                  <p:cNvSpPr>
                    <a:spLocks noChangeArrowheads="1"/>
                  </p:cNvSpPr>
                  <p:nvPr/>
                </p:nvSpPr>
                <p:spPr bwMode="auto">
                  <a:xfrm>
                    <a:off x="345" y="2389"/>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00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67" name="Rectangle 619">
                    <a:extLst>
                      <a:ext uri="{FF2B5EF4-FFF2-40B4-BE49-F238E27FC236}">
                        <a16:creationId xmlns:a16="http://schemas.microsoft.com/office/drawing/2014/main" id="{8F660D43-609B-4C6F-9216-C7EDD781CF69}"/>
                      </a:ext>
                    </a:extLst>
                  </p:cNvPr>
                  <p:cNvSpPr>
                    <a:spLocks noChangeArrowheads="1"/>
                  </p:cNvSpPr>
                  <p:nvPr/>
                </p:nvSpPr>
                <p:spPr bwMode="auto">
                  <a:xfrm>
                    <a:off x="302" y="2389"/>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4" name="Group 626">
                <a:extLst>
                  <a:ext uri="{FF2B5EF4-FFF2-40B4-BE49-F238E27FC236}">
                    <a16:creationId xmlns:a16="http://schemas.microsoft.com/office/drawing/2014/main" id="{4505E897-F804-4937-A204-9391586F3399}"/>
                  </a:ext>
                </a:extLst>
              </p:cNvPr>
              <p:cNvGrpSpPr>
                <a:grpSpLocks/>
              </p:cNvGrpSpPr>
              <p:nvPr/>
            </p:nvGrpSpPr>
            <p:grpSpPr bwMode="auto">
              <a:xfrm>
                <a:off x="604" y="2389"/>
                <a:ext cx="302" cy="403"/>
                <a:chOff x="604" y="2389"/>
                <a:chExt cx="302" cy="403"/>
              </a:xfrm>
            </p:grpSpPr>
            <p:sp>
              <p:nvSpPr>
                <p:cNvPr id="10360" name="Rectangle 625">
                  <a:extLst>
                    <a:ext uri="{FF2B5EF4-FFF2-40B4-BE49-F238E27FC236}">
                      <a16:creationId xmlns:a16="http://schemas.microsoft.com/office/drawing/2014/main" id="{F65FBD7E-EC58-4D53-A305-717FAB336534}"/>
                    </a:ext>
                  </a:extLst>
                </p:cNvPr>
                <p:cNvSpPr>
                  <a:spLocks noChangeArrowheads="1"/>
                </p:cNvSpPr>
                <p:nvPr/>
              </p:nvSpPr>
              <p:spPr bwMode="auto">
                <a:xfrm>
                  <a:off x="604" y="2389"/>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61" name="Group 624">
                  <a:extLst>
                    <a:ext uri="{FF2B5EF4-FFF2-40B4-BE49-F238E27FC236}">
                      <a16:creationId xmlns:a16="http://schemas.microsoft.com/office/drawing/2014/main" id="{27B18693-EBC8-4084-B307-3C2299E1CD43}"/>
                    </a:ext>
                  </a:extLst>
                </p:cNvPr>
                <p:cNvGrpSpPr>
                  <a:grpSpLocks/>
                </p:cNvGrpSpPr>
                <p:nvPr/>
              </p:nvGrpSpPr>
              <p:grpSpPr bwMode="auto">
                <a:xfrm>
                  <a:off x="604" y="2389"/>
                  <a:ext cx="302" cy="403"/>
                  <a:chOff x="604" y="2389"/>
                  <a:chExt cx="302" cy="403"/>
                </a:xfrm>
              </p:grpSpPr>
              <p:sp>
                <p:nvSpPr>
                  <p:cNvPr id="10362" name="Rectangle 497">
                    <a:extLst>
                      <a:ext uri="{FF2B5EF4-FFF2-40B4-BE49-F238E27FC236}">
                        <a16:creationId xmlns:a16="http://schemas.microsoft.com/office/drawing/2014/main" id="{A57122D8-5D38-48F9-A260-3A137629042D}"/>
                      </a:ext>
                    </a:extLst>
                  </p:cNvPr>
                  <p:cNvSpPr>
                    <a:spLocks noChangeArrowheads="1"/>
                  </p:cNvSpPr>
                  <p:nvPr/>
                </p:nvSpPr>
                <p:spPr bwMode="auto">
                  <a:xfrm>
                    <a:off x="647" y="2389"/>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63" name="Rectangle 623">
                    <a:extLst>
                      <a:ext uri="{FF2B5EF4-FFF2-40B4-BE49-F238E27FC236}">
                        <a16:creationId xmlns:a16="http://schemas.microsoft.com/office/drawing/2014/main" id="{42ECE20B-CC7D-40AF-8414-149EC0DC1E7F}"/>
                      </a:ext>
                    </a:extLst>
                  </p:cNvPr>
                  <p:cNvSpPr>
                    <a:spLocks noChangeArrowheads="1"/>
                  </p:cNvSpPr>
                  <p:nvPr/>
                </p:nvSpPr>
                <p:spPr bwMode="auto">
                  <a:xfrm>
                    <a:off x="604" y="2389"/>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5" name="Group 630">
                <a:extLst>
                  <a:ext uri="{FF2B5EF4-FFF2-40B4-BE49-F238E27FC236}">
                    <a16:creationId xmlns:a16="http://schemas.microsoft.com/office/drawing/2014/main" id="{6A1CEAB7-A56E-4872-B7F8-72DC0F70113A}"/>
                  </a:ext>
                </a:extLst>
              </p:cNvPr>
              <p:cNvGrpSpPr>
                <a:grpSpLocks/>
              </p:cNvGrpSpPr>
              <p:nvPr/>
            </p:nvGrpSpPr>
            <p:grpSpPr bwMode="auto">
              <a:xfrm>
                <a:off x="906" y="2389"/>
                <a:ext cx="302" cy="403"/>
                <a:chOff x="906" y="2389"/>
                <a:chExt cx="302" cy="403"/>
              </a:xfrm>
            </p:grpSpPr>
            <p:sp>
              <p:nvSpPr>
                <p:cNvPr id="10356" name="Rectangle 629">
                  <a:extLst>
                    <a:ext uri="{FF2B5EF4-FFF2-40B4-BE49-F238E27FC236}">
                      <a16:creationId xmlns:a16="http://schemas.microsoft.com/office/drawing/2014/main" id="{221E9698-3B03-44E5-B307-E9598F299BF9}"/>
                    </a:ext>
                  </a:extLst>
                </p:cNvPr>
                <p:cNvSpPr>
                  <a:spLocks noChangeArrowheads="1"/>
                </p:cNvSpPr>
                <p:nvPr/>
              </p:nvSpPr>
              <p:spPr bwMode="auto">
                <a:xfrm>
                  <a:off x="906" y="2389"/>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57" name="Group 628">
                  <a:extLst>
                    <a:ext uri="{FF2B5EF4-FFF2-40B4-BE49-F238E27FC236}">
                      <a16:creationId xmlns:a16="http://schemas.microsoft.com/office/drawing/2014/main" id="{8544EFD5-4718-4649-BC54-2974148EDFCF}"/>
                    </a:ext>
                  </a:extLst>
                </p:cNvPr>
                <p:cNvGrpSpPr>
                  <a:grpSpLocks/>
                </p:cNvGrpSpPr>
                <p:nvPr/>
              </p:nvGrpSpPr>
              <p:grpSpPr bwMode="auto">
                <a:xfrm>
                  <a:off x="906" y="2389"/>
                  <a:ext cx="302" cy="403"/>
                  <a:chOff x="906" y="2389"/>
                  <a:chExt cx="302" cy="403"/>
                </a:xfrm>
              </p:grpSpPr>
              <p:sp>
                <p:nvSpPr>
                  <p:cNvPr id="10358" name="Rectangle 498">
                    <a:extLst>
                      <a:ext uri="{FF2B5EF4-FFF2-40B4-BE49-F238E27FC236}">
                        <a16:creationId xmlns:a16="http://schemas.microsoft.com/office/drawing/2014/main" id="{31DDEB1A-F066-40C2-A910-1FA1AC689F06}"/>
                      </a:ext>
                    </a:extLst>
                  </p:cNvPr>
                  <p:cNvSpPr>
                    <a:spLocks noChangeArrowheads="1"/>
                  </p:cNvSpPr>
                  <p:nvPr/>
                </p:nvSpPr>
                <p:spPr bwMode="auto">
                  <a:xfrm>
                    <a:off x="949" y="2389"/>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59" name="Rectangle 627">
                    <a:extLst>
                      <a:ext uri="{FF2B5EF4-FFF2-40B4-BE49-F238E27FC236}">
                        <a16:creationId xmlns:a16="http://schemas.microsoft.com/office/drawing/2014/main" id="{A5AD4D18-E4E7-4E0D-870B-F358FC6AF5F9}"/>
                      </a:ext>
                    </a:extLst>
                  </p:cNvPr>
                  <p:cNvSpPr>
                    <a:spLocks noChangeArrowheads="1"/>
                  </p:cNvSpPr>
                  <p:nvPr/>
                </p:nvSpPr>
                <p:spPr bwMode="auto">
                  <a:xfrm>
                    <a:off x="906" y="2389"/>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6" name="Group 634">
                <a:extLst>
                  <a:ext uri="{FF2B5EF4-FFF2-40B4-BE49-F238E27FC236}">
                    <a16:creationId xmlns:a16="http://schemas.microsoft.com/office/drawing/2014/main" id="{C3121076-81B5-4D28-A4BA-6ABE5C38FEFE}"/>
                  </a:ext>
                </a:extLst>
              </p:cNvPr>
              <p:cNvGrpSpPr>
                <a:grpSpLocks/>
              </p:cNvGrpSpPr>
              <p:nvPr/>
            </p:nvGrpSpPr>
            <p:grpSpPr bwMode="auto">
              <a:xfrm>
                <a:off x="1208" y="2389"/>
                <a:ext cx="417" cy="403"/>
                <a:chOff x="1208" y="2389"/>
                <a:chExt cx="417" cy="403"/>
              </a:xfrm>
            </p:grpSpPr>
            <p:sp>
              <p:nvSpPr>
                <p:cNvPr id="10352" name="Rectangle 633">
                  <a:extLst>
                    <a:ext uri="{FF2B5EF4-FFF2-40B4-BE49-F238E27FC236}">
                      <a16:creationId xmlns:a16="http://schemas.microsoft.com/office/drawing/2014/main" id="{97A5DD39-653F-4FDC-842D-14AD66AA1905}"/>
                    </a:ext>
                  </a:extLst>
                </p:cNvPr>
                <p:cNvSpPr>
                  <a:spLocks noChangeArrowheads="1"/>
                </p:cNvSpPr>
                <p:nvPr/>
              </p:nvSpPr>
              <p:spPr bwMode="auto">
                <a:xfrm>
                  <a:off x="1208" y="2389"/>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53" name="Group 632">
                  <a:extLst>
                    <a:ext uri="{FF2B5EF4-FFF2-40B4-BE49-F238E27FC236}">
                      <a16:creationId xmlns:a16="http://schemas.microsoft.com/office/drawing/2014/main" id="{C3E27659-ADA9-4F3C-B5DC-6EABF1B016BA}"/>
                    </a:ext>
                  </a:extLst>
                </p:cNvPr>
                <p:cNvGrpSpPr>
                  <a:grpSpLocks/>
                </p:cNvGrpSpPr>
                <p:nvPr/>
              </p:nvGrpSpPr>
              <p:grpSpPr bwMode="auto">
                <a:xfrm>
                  <a:off x="1208" y="2389"/>
                  <a:ext cx="417" cy="403"/>
                  <a:chOff x="1208" y="2389"/>
                  <a:chExt cx="417" cy="403"/>
                </a:xfrm>
              </p:grpSpPr>
              <p:sp>
                <p:nvSpPr>
                  <p:cNvPr id="10354" name="Rectangle 499">
                    <a:extLst>
                      <a:ext uri="{FF2B5EF4-FFF2-40B4-BE49-F238E27FC236}">
                        <a16:creationId xmlns:a16="http://schemas.microsoft.com/office/drawing/2014/main" id="{42B8BFE8-A072-4126-89EC-56FC51D41660}"/>
                      </a:ext>
                    </a:extLst>
                  </p:cNvPr>
                  <p:cNvSpPr>
                    <a:spLocks noChangeArrowheads="1"/>
                  </p:cNvSpPr>
                  <p:nvPr/>
                </p:nvSpPr>
                <p:spPr bwMode="auto">
                  <a:xfrm>
                    <a:off x="1251" y="2389"/>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55" name="Rectangle 631">
                    <a:extLst>
                      <a:ext uri="{FF2B5EF4-FFF2-40B4-BE49-F238E27FC236}">
                        <a16:creationId xmlns:a16="http://schemas.microsoft.com/office/drawing/2014/main" id="{F67124DC-F407-4574-9347-A8AC46F3824D}"/>
                      </a:ext>
                    </a:extLst>
                  </p:cNvPr>
                  <p:cNvSpPr>
                    <a:spLocks noChangeArrowheads="1"/>
                  </p:cNvSpPr>
                  <p:nvPr/>
                </p:nvSpPr>
                <p:spPr bwMode="auto">
                  <a:xfrm>
                    <a:off x="1208" y="2389"/>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7" name="Group 638">
                <a:extLst>
                  <a:ext uri="{FF2B5EF4-FFF2-40B4-BE49-F238E27FC236}">
                    <a16:creationId xmlns:a16="http://schemas.microsoft.com/office/drawing/2014/main" id="{2DECFAFE-1A49-4523-A7EB-4C1406966318}"/>
                  </a:ext>
                </a:extLst>
              </p:cNvPr>
              <p:cNvGrpSpPr>
                <a:grpSpLocks/>
              </p:cNvGrpSpPr>
              <p:nvPr/>
            </p:nvGrpSpPr>
            <p:grpSpPr bwMode="auto">
              <a:xfrm>
                <a:off x="0" y="2792"/>
                <a:ext cx="302" cy="403"/>
                <a:chOff x="0" y="2792"/>
                <a:chExt cx="302" cy="403"/>
              </a:xfrm>
            </p:grpSpPr>
            <p:sp>
              <p:nvSpPr>
                <p:cNvPr id="10348" name="Rectangle 637">
                  <a:extLst>
                    <a:ext uri="{FF2B5EF4-FFF2-40B4-BE49-F238E27FC236}">
                      <a16:creationId xmlns:a16="http://schemas.microsoft.com/office/drawing/2014/main" id="{7E3F7B83-121E-4C4B-B678-43DA9B3C10D6}"/>
                    </a:ext>
                  </a:extLst>
                </p:cNvPr>
                <p:cNvSpPr>
                  <a:spLocks noChangeArrowheads="1"/>
                </p:cNvSpPr>
                <p:nvPr/>
              </p:nvSpPr>
              <p:spPr bwMode="auto">
                <a:xfrm>
                  <a:off x="0" y="2792"/>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49" name="Group 636">
                  <a:extLst>
                    <a:ext uri="{FF2B5EF4-FFF2-40B4-BE49-F238E27FC236}">
                      <a16:creationId xmlns:a16="http://schemas.microsoft.com/office/drawing/2014/main" id="{DAB7257D-FA74-4123-A170-D90367F65C3B}"/>
                    </a:ext>
                  </a:extLst>
                </p:cNvPr>
                <p:cNvGrpSpPr>
                  <a:grpSpLocks/>
                </p:cNvGrpSpPr>
                <p:nvPr/>
              </p:nvGrpSpPr>
              <p:grpSpPr bwMode="auto">
                <a:xfrm>
                  <a:off x="0" y="2792"/>
                  <a:ext cx="302" cy="403"/>
                  <a:chOff x="0" y="2792"/>
                  <a:chExt cx="302" cy="403"/>
                </a:xfrm>
              </p:grpSpPr>
              <p:sp>
                <p:nvSpPr>
                  <p:cNvPr id="10350" name="Rectangle 500">
                    <a:extLst>
                      <a:ext uri="{FF2B5EF4-FFF2-40B4-BE49-F238E27FC236}">
                        <a16:creationId xmlns:a16="http://schemas.microsoft.com/office/drawing/2014/main" id="{361B9066-F3BB-4BB6-B24E-3F3A2ADF20E3}"/>
                      </a:ext>
                    </a:extLst>
                  </p:cNvPr>
                  <p:cNvSpPr>
                    <a:spLocks noChangeArrowheads="1"/>
                  </p:cNvSpPr>
                  <p:nvPr/>
                </p:nvSpPr>
                <p:spPr bwMode="auto">
                  <a:xfrm>
                    <a:off x="43" y="2792"/>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51" name="Rectangle 635">
                    <a:extLst>
                      <a:ext uri="{FF2B5EF4-FFF2-40B4-BE49-F238E27FC236}">
                        <a16:creationId xmlns:a16="http://schemas.microsoft.com/office/drawing/2014/main" id="{682C5047-5ACA-4E72-A3F9-8DCB1954B6F0}"/>
                      </a:ext>
                    </a:extLst>
                  </p:cNvPr>
                  <p:cNvSpPr>
                    <a:spLocks noChangeArrowheads="1"/>
                  </p:cNvSpPr>
                  <p:nvPr/>
                </p:nvSpPr>
                <p:spPr bwMode="auto">
                  <a:xfrm>
                    <a:off x="0" y="2792"/>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8" name="Group 642">
                <a:extLst>
                  <a:ext uri="{FF2B5EF4-FFF2-40B4-BE49-F238E27FC236}">
                    <a16:creationId xmlns:a16="http://schemas.microsoft.com/office/drawing/2014/main" id="{A36762DA-1E81-48F4-9B7A-3B2E9ED3C081}"/>
                  </a:ext>
                </a:extLst>
              </p:cNvPr>
              <p:cNvGrpSpPr>
                <a:grpSpLocks/>
              </p:cNvGrpSpPr>
              <p:nvPr/>
            </p:nvGrpSpPr>
            <p:grpSpPr bwMode="auto">
              <a:xfrm>
                <a:off x="302" y="2792"/>
                <a:ext cx="302" cy="403"/>
                <a:chOff x="302" y="2792"/>
                <a:chExt cx="302" cy="403"/>
              </a:xfrm>
            </p:grpSpPr>
            <p:sp>
              <p:nvSpPr>
                <p:cNvPr id="10344" name="Rectangle 641">
                  <a:extLst>
                    <a:ext uri="{FF2B5EF4-FFF2-40B4-BE49-F238E27FC236}">
                      <a16:creationId xmlns:a16="http://schemas.microsoft.com/office/drawing/2014/main" id="{0402FEF8-001D-48AB-9ADC-417499C800B4}"/>
                    </a:ext>
                  </a:extLst>
                </p:cNvPr>
                <p:cNvSpPr>
                  <a:spLocks noChangeArrowheads="1"/>
                </p:cNvSpPr>
                <p:nvPr/>
              </p:nvSpPr>
              <p:spPr bwMode="auto">
                <a:xfrm>
                  <a:off x="302" y="2792"/>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45" name="Group 640">
                  <a:extLst>
                    <a:ext uri="{FF2B5EF4-FFF2-40B4-BE49-F238E27FC236}">
                      <a16:creationId xmlns:a16="http://schemas.microsoft.com/office/drawing/2014/main" id="{03869409-5F73-48C7-AE46-CC54E6660F6E}"/>
                    </a:ext>
                  </a:extLst>
                </p:cNvPr>
                <p:cNvGrpSpPr>
                  <a:grpSpLocks/>
                </p:cNvGrpSpPr>
                <p:nvPr/>
              </p:nvGrpSpPr>
              <p:grpSpPr bwMode="auto">
                <a:xfrm>
                  <a:off x="302" y="2792"/>
                  <a:ext cx="302" cy="403"/>
                  <a:chOff x="302" y="2792"/>
                  <a:chExt cx="302" cy="403"/>
                </a:xfrm>
              </p:grpSpPr>
              <p:sp>
                <p:nvSpPr>
                  <p:cNvPr id="10346" name="Rectangle 501">
                    <a:extLst>
                      <a:ext uri="{FF2B5EF4-FFF2-40B4-BE49-F238E27FC236}">
                        <a16:creationId xmlns:a16="http://schemas.microsoft.com/office/drawing/2014/main" id="{173A874B-7565-4DDC-BFE5-30ED094A576C}"/>
                      </a:ext>
                    </a:extLst>
                  </p:cNvPr>
                  <p:cNvSpPr>
                    <a:spLocks noChangeArrowheads="1"/>
                  </p:cNvSpPr>
                  <p:nvPr/>
                </p:nvSpPr>
                <p:spPr bwMode="auto">
                  <a:xfrm>
                    <a:off x="345" y="2792"/>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47" name="Rectangle 639">
                    <a:extLst>
                      <a:ext uri="{FF2B5EF4-FFF2-40B4-BE49-F238E27FC236}">
                        <a16:creationId xmlns:a16="http://schemas.microsoft.com/office/drawing/2014/main" id="{6B509421-CD80-4E94-BD8A-3BCE32F3BA88}"/>
                      </a:ext>
                    </a:extLst>
                  </p:cNvPr>
                  <p:cNvSpPr>
                    <a:spLocks noChangeArrowheads="1"/>
                  </p:cNvSpPr>
                  <p:nvPr/>
                </p:nvSpPr>
                <p:spPr bwMode="auto">
                  <a:xfrm>
                    <a:off x="302" y="2792"/>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79" name="Group 646">
                <a:extLst>
                  <a:ext uri="{FF2B5EF4-FFF2-40B4-BE49-F238E27FC236}">
                    <a16:creationId xmlns:a16="http://schemas.microsoft.com/office/drawing/2014/main" id="{3B138EA0-CFC9-4164-ABAC-C391B5EDA4EB}"/>
                  </a:ext>
                </a:extLst>
              </p:cNvPr>
              <p:cNvGrpSpPr>
                <a:grpSpLocks/>
              </p:cNvGrpSpPr>
              <p:nvPr/>
            </p:nvGrpSpPr>
            <p:grpSpPr bwMode="auto">
              <a:xfrm>
                <a:off x="604" y="2792"/>
                <a:ext cx="302" cy="403"/>
                <a:chOff x="604" y="2792"/>
                <a:chExt cx="302" cy="403"/>
              </a:xfrm>
            </p:grpSpPr>
            <p:sp>
              <p:nvSpPr>
                <p:cNvPr id="10340" name="Rectangle 645">
                  <a:extLst>
                    <a:ext uri="{FF2B5EF4-FFF2-40B4-BE49-F238E27FC236}">
                      <a16:creationId xmlns:a16="http://schemas.microsoft.com/office/drawing/2014/main" id="{58F3839A-41CA-4616-8C45-4126EAC50198}"/>
                    </a:ext>
                  </a:extLst>
                </p:cNvPr>
                <p:cNvSpPr>
                  <a:spLocks noChangeArrowheads="1"/>
                </p:cNvSpPr>
                <p:nvPr/>
              </p:nvSpPr>
              <p:spPr bwMode="auto">
                <a:xfrm>
                  <a:off x="604" y="2792"/>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41" name="Group 644">
                  <a:extLst>
                    <a:ext uri="{FF2B5EF4-FFF2-40B4-BE49-F238E27FC236}">
                      <a16:creationId xmlns:a16="http://schemas.microsoft.com/office/drawing/2014/main" id="{E403091B-AC35-4F0E-A111-6B9DB471C438}"/>
                    </a:ext>
                  </a:extLst>
                </p:cNvPr>
                <p:cNvGrpSpPr>
                  <a:grpSpLocks/>
                </p:cNvGrpSpPr>
                <p:nvPr/>
              </p:nvGrpSpPr>
              <p:grpSpPr bwMode="auto">
                <a:xfrm>
                  <a:off x="604" y="2792"/>
                  <a:ext cx="302" cy="403"/>
                  <a:chOff x="604" y="2792"/>
                  <a:chExt cx="302" cy="403"/>
                </a:xfrm>
              </p:grpSpPr>
              <p:sp>
                <p:nvSpPr>
                  <p:cNvPr id="10342" name="Rectangle 502">
                    <a:extLst>
                      <a:ext uri="{FF2B5EF4-FFF2-40B4-BE49-F238E27FC236}">
                        <a16:creationId xmlns:a16="http://schemas.microsoft.com/office/drawing/2014/main" id="{5213B32B-6D27-4BF6-920A-0A52BD469715}"/>
                      </a:ext>
                    </a:extLst>
                  </p:cNvPr>
                  <p:cNvSpPr>
                    <a:spLocks noChangeArrowheads="1"/>
                  </p:cNvSpPr>
                  <p:nvPr/>
                </p:nvSpPr>
                <p:spPr bwMode="auto">
                  <a:xfrm>
                    <a:off x="647" y="2792"/>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43" name="Rectangle 643">
                    <a:extLst>
                      <a:ext uri="{FF2B5EF4-FFF2-40B4-BE49-F238E27FC236}">
                        <a16:creationId xmlns:a16="http://schemas.microsoft.com/office/drawing/2014/main" id="{620CE06F-19BA-493D-92CB-41F33F9141E4}"/>
                      </a:ext>
                    </a:extLst>
                  </p:cNvPr>
                  <p:cNvSpPr>
                    <a:spLocks noChangeArrowheads="1"/>
                  </p:cNvSpPr>
                  <p:nvPr/>
                </p:nvSpPr>
                <p:spPr bwMode="auto">
                  <a:xfrm>
                    <a:off x="604" y="2792"/>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0" name="Group 650">
                <a:extLst>
                  <a:ext uri="{FF2B5EF4-FFF2-40B4-BE49-F238E27FC236}">
                    <a16:creationId xmlns:a16="http://schemas.microsoft.com/office/drawing/2014/main" id="{736A7C78-861E-4AF3-A97C-2D64CD66C85B}"/>
                  </a:ext>
                </a:extLst>
              </p:cNvPr>
              <p:cNvGrpSpPr>
                <a:grpSpLocks/>
              </p:cNvGrpSpPr>
              <p:nvPr/>
            </p:nvGrpSpPr>
            <p:grpSpPr bwMode="auto">
              <a:xfrm>
                <a:off x="906" y="2792"/>
                <a:ext cx="302" cy="403"/>
                <a:chOff x="906" y="2792"/>
                <a:chExt cx="302" cy="403"/>
              </a:xfrm>
            </p:grpSpPr>
            <p:sp>
              <p:nvSpPr>
                <p:cNvPr id="10336" name="Rectangle 649">
                  <a:extLst>
                    <a:ext uri="{FF2B5EF4-FFF2-40B4-BE49-F238E27FC236}">
                      <a16:creationId xmlns:a16="http://schemas.microsoft.com/office/drawing/2014/main" id="{6AC3DF83-0CFA-4AC2-B694-54D342D7D185}"/>
                    </a:ext>
                  </a:extLst>
                </p:cNvPr>
                <p:cNvSpPr>
                  <a:spLocks noChangeArrowheads="1"/>
                </p:cNvSpPr>
                <p:nvPr/>
              </p:nvSpPr>
              <p:spPr bwMode="auto">
                <a:xfrm>
                  <a:off x="906" y="2792"/>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37" name="Group 648">
                  <a:extLst>
                    <a:ext uri="{FF2B5EF4-FFF2-40B4-BE49-F238E27FC236}">
                      <a16:creationId xmlns:a16="http://schemas.microsoft.com/office/drawing/2014/main" id="{135E2DDF-38F3-480E-8C36-A30B5132958C}"/>
                    </a:ext>
                  </a:extLst>
                </p:cNvPr>
                <p:cNvGrpSpPr>
                  <a:grpSpLocks/>
                </p:cNvGrpSpPr>
                <p:nvPr/>
              </p:nvGrpSpPr>
              <p:grpSpPr bwMode="auto">
                <a:xfrm>
                  <a:off x="906" y="2792"/>
                  <a:ext cx="302" cy="403"/>
                  <a:chOff x="906" y="2792"/>
                  <a:chExt cx="302" cy="403"/>
                </a:xfrm>
              </p:grpSpPr>
              <p:sp>
                <p:nvSpPr>
                  <p:cNvPr id="10338" name="Rectangle 503">
                    <a:extLst>
                      <a:ext uri="{FF2B5EF4-FFF2-40B4-BE49-F238E27FC236}">
                        <a16:creationId xmlns:a16="http://schemas.microsoft.com/office/drawing/2014/main" id="{1125A190-366C-4C3E-A2B3-EF9CAE8D4D09}"/>
                      </a:ext>
                    </a:extLst>
                  </p:cNvPr>
                  <p:cNvSpPr>
                    <a:spLocks noChangeArrowheads="1"/>
                  </p:cNvSpPr>
                  <p:nvPr/>
                </p:nvSpPr>
                <p:spPr bwMode="auto">
                  <a:xfrm>
                    <a:off x="949" y="2792"/>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39" name="Rectangle 647">
                    <a:extLst>
                      <a:ext uri="{FF2B5EF4-FFF2-40B4-BE49-F238E27FC236}">
                        <a16:creationId xmlns:a16="http://schemas.microsoft.com/office/drawing/2014/main" id="{93923252-7A6D-417F-B950-29015FE65A9A}"/>
                      </a:ext>
                    </a:extLst>
                  </p:cNvPr>
                  <p:cNvSpPr>
                    <a:spLocks noChangeArrowheads="1"/>
                  </p:cNvSpPr>
                  <p:nvPr/>
                </p:nvSpPr>
                <p:spPr bwMode="auto">
                  <a:xfrm>
                    <a:off x="906" y="2792"/>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1" name="Group 654">
                <a:extLst>
                  <a:ext uri="{FF2B5EF4-FFF2-40B4-BE49-F238E27FC236}">
                    <a16:creationId xmlns:a16="http://schemas.microsoft.com/office/drawing/2014/main" id="{4167EAE5-4B49-4576-A791-D933B8919326}"/>
                  </a:ext>
                </a:extLst>
              </p:cNvPr>
              <p:cNvGrpSpPr>
                <a:grpSpLocks/>
              </p:cNvGrpSpPr>
              <p:nvPr/>
            </p:nvGrpSpPr>
            <p:grpSpPr bwMode="auto">
              <a:xfrm>
                <a:off x="1208" y="2792"/>
                <a:ext cx="417" cy="403"/>
                <a:chOff x="1208" y="2792"/>
                <a:chExt cx="417" cy="403"/>
              </a:xfrm>
            </p:grpSpPr>
            <p:sp>
              <p:nvSpPr>
                <p:cNvPr id="10332" name="Rectangle 653">
                  <a:extLst>
                    <a:ext uri="{FF2B5EF4-FFF2-40B4-BE49-F238E27FC236}">
                      <a16:creationId xmlns:a16="http://schemas.microsoft.com/office/drawing/2014/main" id="{7355DEA2-9FD5-44FD-B965-516750D7AE88}"/>
                    </a:ext>
                  </a:extLst>
                </p:cNvPr>
                <p:cNvSpPr>
                  <a:spLocks noChangeArrowheads="1"/>
                </p:cNvSpPr>
                <p:nvPr/>
              </p:nvSpPr>
              <p:spPr bwMode="auto">
                <a:xfrm>
                  <a:off x="1208" y="2792"/>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33" name="Group 652">
                  <a:extLst>
                    <a:ext uri="{FF2B5EF4-FFF2-40B4-BE49-F238E27FC236}">
                      <a16:creationId xmlns:a16="http://schemas.microsoft.com/office/drawing/2014/main" id="{95406CA2-2AC2-42B0-9938-B8F1C8C4DD2D}"/>
                    </a:ext>
                  </a:extLst>
                </p:cNvPr>
                <p:cNvGrpSpPr>
                  <a:grpSpLocks/>
                </p:cNvGrpSpPr>
                <p:nvPr/>
              </p:nvGrpSpPr>
              <p:grpSpPr bwMode="auto">
                <a:xfrm>
                  <a:off x="1208" y="2792"/>
                  <a:ext cx="417" cy="403"/>
                  <a:chOff x="1208" y="2792"/>
                  <a:chExt cx="417" cy="403"/>
                </a:xfrm>
              </p:grpSpPr>
              <p:sp>
                <p:nvSpPr>
                  <p:cNvPr id="10334" name="Rectangle 504">
                    <a:extLst>
                      <a:ext uri="{FF2B5EF4-FFF2-40B4-BE49-F238E27FC236}">
                        <a16:creationId xmlns:a16="http://schemas.microsoft.com/office/drawing/2014/main" id="{056E99B2-609B-48A4-8905-76B22C8AAC22}"/>
                      </a:ext>
                    </a:extLst>
                  </p:cNvPr>
                  <p:cNvSpPr>
                    <a:spLocks noChangeArrowheads="1"/>
                  </p:cNvSpPr>
                  <p:nvPr/>
                </p:nvSpPr>
                <p:spPr bwMode="auto">
                  <a:xfrm>
                    <a:off x="1251" y="2792"/>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35" name="Rectangle 651">
                    <a:extLst>
                      <a:ext uri="{FF2B5EF4-FFF2-40B4-BE49-F238E27FC236}">
                        <a16:creationId xmlns:a16="http://schemas.microsoft.com/office/drawing/2014/main" id="{8071C9CD-5356-4B3B-A1AC-A72D88A39981}"/>
                      </a:ext>
                    </a:extLst>
                  </p:cNvPr>
                  <p:cNvSpPr>
                    <a:spLocks noChangeArrowheads="1"/>
                  </p:cNvSpPr>
                  <p:nvPr/>
                </p:nvSpPr>
                <p:spPr bwMode="auto">
                  <a:xfrm>
                    <a:off x="1208" y="2792"/>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2" name="Group 658">
                <a:extLst>
                  <a:ext uri="{FF2B5EF4-FFF2-40B4-BE49-F238E27FC236}">
                    <a16:creationId xmlns:a16="http://schemas.microsoft.com/office/drawing/2014/main" id="{9E5929CA-4DD9-4A25-A81B-EC9670255255}"/>
                  </a:ext>
                </a:extLst>
              </p:cNvPr>
              <p:cNvGrpSpPr>
                <a:grpSpLocks/>
              </p:cNvGrpSpPr>
              <p:nvPr/>
            </p:nvGrpSpPr>
            <p:grpSpPr bwMode="auto">
              <a:xfrm>
                <a:off x="0" y="3195"/>
                <a:ext cx="302" cy="403"/>
                <a:chOff x="0" y="3195"/>
                <a:chExt cx="302" cy="403"/>
              </a:xfrm>
            </p:grpSpPr>
            <p:sp>
              <p:nvSpPr>
                <p:cNvPr id="10328" name="Rectangle 657">
                  <a:extLst>
                    <a:ext uri="{FF2B5EF4-FFF2-40B4-BE49-F238E27FC236}">
                      <a16:creationId xmlns:a16="http://schemas.microsoft.com/office/drawing/2014/main" id="{4E267424-F82B-422F-AC4D-84E20FFC6FC9}"/>
                    </a:ext>
                  </a:extLst>
                </p:cNvPr>
                <p:cNvSpPr>
                  <a:spLocks noChangeArrowheads="1"/>
                </p:cNvSpPr>
                <p:nvPr/>
              </p:nvSpPr>
              <p:spPr bwMode="auto">
                <a:xfrm>
                  <a:off x="0" y="3195"/>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29" name="Group 656">
                  <a:extLst>
                    <a:ext uri="{FF2B5EF4-FFF2-40B4-BE49-F238E27FC236}">
                      <a16:creationId xmlns:a16="http://schemas.microsoft.com/office/drawing/2014/main" id="{D6D19B4E-9DC7-44B5-9399-E6518FBD95CE}"/>
                    </a:ext>
                  </a:extLst>
                </p:cNvPr>
                <p:cNvGrpSpPr>
                  <a:grpSpLocks/>
                </p:cNvGrpSpPr>
                <p:nvPr/>
              </p:nvGrpSpPr>
              <p:grpSpPr bwMode="auto">
                <a:xfrm>
                  <a:off x="0" y="3195"/>
                  <a:ext cx="302" cy="403"/>
                  <a:chOff x="0" y="3195"/>
                  <a:chExt cx="302" cy="403"/>
                </a:xfrm>
              </p:grpSpPr>
              <p:sp>
                <p:nvSpPr>
                  <p:cNvPr id="10330" name="Rectangle 505">
                    <a:extLst>
                      <a:ext uri="{FF2B5EF4-FFF2-40B4-BE49-F238E27FC236}">
                        <a16:creationId xmlns:a16="http://schemas.microsoft.com/office/drawing/2014/main" id="{22AB5C86-3437-41F2-9774-159CB2D795CA}"/>
                      </a:ext>
                    </a:extLst>
                  </p:cNvPr>
                  <p:cNvSpPr>
                    <a:spLocks noChangeArrowheads="1"/>
                  </p:cNvSpPr>
                  <p:nvPr/>
                </p:nvSpPr>
                <p:spPr bwMode="auto">
                  <a:xfrm>
                    <a:off x="43" y="3195"/>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31" name="Rectangle 655">
                    <a:extLst>
                      <a:ext uri="{FF2B5EF4-FFF2-40B4-BE49-F238E27FC236}">
                        <a16:creationId xmlns:a16="http://schemas.microsoft.com/office/drawing/2014/main" id="{48F72EC0-7697-45C9-A758-2E3D20F3D62B}"/>
                      </a:ext>
                    </a:extLst>
                  </p:cNvPr>
                  <p:cNvSpPr>
                    <a:spLocks noChangeArrowheads="1"/>
                  </p:cNvSpPr>
                  <p:nvPr/>
                </p:nvSpPr>
                <p:spPr bwMode="auto">
                  <a:xfrm>
                    <a:off x="0" y="3195"/>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3" name="Group 662">
                <a:extLst>
                  <a:ext uri="{FF2B5EF4-FFF2-40B4-BE49-F238E27FC236}">
                    <a16:creationId xmlns:a16="http://schemas.microsoft.com/office/drawing/2014/main" id="{0CF693B2-5654-4004-97D9-72E9239BDA4A}"/>
                  </a:ext>
                </a:extLst>
              </p:cNvPr>
              <p:cNvGrpSpPr>
                <a:grpSpLocks/>
              </p:cNvGrpSpPr>
              <p:nvPr/>
            </p:nvGrpSpPr>
            <p:grpSpPr bwMode="auto">
              <a:xfrm>
                <a:off x="302" y="3195"/>
                <a:ext cx="302" cy="403"/>
                <a:chOff x="302" y="3195"/>
                <a:chExt cx="302" cy="403"/>
              </a:xfrm>
            </p:grpSpPr>
            <p:sp>
              <p:nvSpPr>
                <p:cNvPr id="10324" name="Rectangle 661">
                  <a:extLst>
                    <a:ext uri="{FF2B5EF4-FFF2-40B4-BE49-F238E27FC236}">
                      <a16:creationId xmlns:a16="http://schemas.microsoft.com/office/drawing/2014/main" id="{3ACFB941-8177-45BF-A918-8BF44115AFB2}"/>
                    </a:ext>
                  </a:extLst>
                </p:cNvPr>
                <p:cNvSpPr>
                  <a:spLocks noChangeArrowheads="1"/>
                </p:cNvSpPr>
                <p:nvPr/>
              </p:nvSpPr>
              <p:spPr bwMode="auto">
                <a:xfrm>
                  <a:off x="302" y="3195"/>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25" name="Group 660">
                  <a:extLst>
                    <a:ext uri="{FF2B5EF4-FFF2-40B4-BE49-F238E27FC236}">
                      <a16:creationId xmlns:a16="http://schemas.microsoft.com/office/drawing/2014/main" id="{B1D779EE-0E48-45D6-A1C1-62EC355CC852}"/>
                    </a:ext>
                  </a:extLst>
                </p:cNvPr>
                <p:cNvGrpSpPr>
                  <a:grpSpLocks/>
                </p:cNvGrpSpPr>
                <p:nvPr/>
              </p:nvGrpSpPr>
              <p:grpSpPr bwMode="auto">
                <a:xfrm>
                  <a:off x="302" y="3195"/>
                  <a:ext cx="302" cy="403"/>
                  <a:chOff x="302" y="3195"/>
                  <a:chExt cx="302" cy="403"/>
                </a:xfrm>
              </p:grpSpPr>
              <p:sp>
                <p:nvSpPr>
                  <p:cNvPr id="10326" name="Rectangle 506">
                    <a:extLst>
                      <a:ext uri="{FF2B5EF4-FFF2-40B4-BE49-F238E27FC236}">
                        <a16:creationId xmlns:a16="http://schemas.microsoft.com/office/drawing/2014/main" id="{912E5486-1607-4CB0-88D0-D71CAD15253E}"/>
                      </a:ext>
                    </a:extLst>
                  </p:cNvPr>
                  <p:cNvSpPr>
                    <a:spLocks noChangeArrowheads="1"/>
                  </p:cNvSpPr>
                  <p:nvPr/>
                </p:nvSpPr>
                <p:spPr bwMode="auto">
                  <a:xfrm>
                    <a:off x="345" y="3195"/>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27" name="Rectangle 659">
                    <a:extLst>
                      <a:ext uri="{FF2B5EF4-FFF2-40B4-BE49-F238E27FC236}">
                        <a16:creationId xmlns:a16="http://schemas.microsoft.com/office/drawing/2014/main" id="{9EB7DC90-5362-4029-9A1C-4655504E276C}"/>
                      </a:ext>
                    </a:extLst>
                  </p:cNvPr>
                  <p:cNvSpPr>
                    <a:spLocks noChangeArrowheads="1"/>
                  </p:cNvSpPr>
                  <p:nvPr/>
                </p:nvSpPr>
                <p:spPr bwMode="auto">
                  <a:xfrm>
                    <a:off x="302" y="3195"/>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4" name="Group 666">
                <a:extLst>
                  <a:ext uri="{FF2B5EF4-FFF2-40B4-BE49-F238E27FC236}">
                    <a16:creationId xmlns:a16="http://schemas.microsoft.com/office/drawing/2014/main" id="{39FAFB1E-8A5F-4B12-B957-8DE791C5C0BA}"/>
                  </a:ext>
                </a:extLst>
              </p:cNvPr>
              <p:cNvGrpSpPr>
                <a:grpSpLocks/>
              </p:cNvGrpSpPr>
              <p:nvPr/>
            </p:nvGrpSpPr>
            <p:grpSpPr bwMode="auto">
              <a:xfrm>
                <a:off x="604" y="3195"/>
                <a:ext cx="302" cy="403"/>
                <a:chOff x="604" y="3195"/>
                <a:chExt cx="302" cy="403"/>
              </a:xfrm>
            </p:grpSpPr>
            <p:sp>
              <p:nvSpPr>
                <p:cNvPr id="10320" name="Rectangle 665">
                  <a:extLst>
                    <a:ext uri="{FF2B5EF4-FFF2-40B4-BE49-F238E27FC236}">
                      <a16:creationId xmlns:a16="http://schemas.microsoft.com/office/drawing/2014/main" id="{1FC9EF8F-03C1-4296-A518-5362D6641B42}"/>
                    </a:ext>
                  </a:extLst>
                </p:cNvPr>
                <p:cNvSpPr>
                  <a:spLocks noChangeArrowheads="1"/>
                </p:cNvSpPr>
                <p:nvPr/>
              </p:nvSpPr>
              <p:spPr bwMode="auto">
                <a:xfrm>
                  <a:off x="604" y="3195"/>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21" name="Group 664">
                  <a:extLst>
                    <a:ext uri="{FF2B5EF4-FFF2-40B4-BE49-F238E27FC236}">
                      <a16:creationId xmlns:a16="http://schemas.microsoft.com/office/drawing/2014/main" id="{1A000B09-D723-4488-B668-66B88D2EAC3F}"/>
                    </a:ext>
                  </a:extLst>
                </p:cNvPr>
                <p:cNvGrpSpPr>
                  <a:grpSpLocks/>
                </p:cNvGrpSpPr>
                <p:nvPr/>
              </p:nvGrpSpPr>
              <p:grpSpPr bwMode="auto">
                <a:xfrm>
                  <a:off x="604" y="3195"/>
                  <a:ext cx="302" cy="403"/>
                  <a:chOff x="604" y="3195"/>
                  <a:chExt cx="302" cy="403"/>
                </a:xfrm>
              </p:grpSpPr>
              <p:sp>
                <p:nvSpPr>
                  <p:cNvPr id="10322" name="Rectangle 507">
                    <a:extLst>
                      <a:ext uri="{FF2B5EF4-FFF2-40B4-BE49-F238E27FC236}">
                        <a16:creationId xmlns:a16="http://schemas.microsoft.com/office/drawing/2014/main" id="{FF1A9200-7807-4B5F-A7CA-FB68FC825008}"/>
                      </a:ext>
                    </a:extLst>
                  </p:cNvPr>
                  <p:cNvSpPr>
                    <a:spLocks noChangeArrowheads="1"/>
                  </p:cNvSpPr>
                  <p:nvPr/>
                </p:nvSpPr>
                <p:spPr bwMode="auto">
                  <a:xfrm>
                    <a:off x="647" y="3195"/>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23" name="Rectangle 663">
                    <a:extLst>
                      <a:ext uri="{FF2B5EF4-FFF2-40B4-BE49-F238E27FC236}">
                        <a16:creationId xmlns:a16="http://schemas.microsoft.com/office/drawing/2014/main" id="{43C88894-E9B8-4F73-9B0A-EFA536951F53}"/>
                      </a:ext>
                    </a:extLst>
                  </p:cNvPr>
                  <p:cNvSpPr>
                    <a:spLocks noChangeArrowheads="1"/>
                  </p:cNvSpPr>
                  <p:nvPr/>
                </p:nvSpPr>
                <p:spPr bwMode="auto">
                  <a:xfrm>
                    <a:off x="604" y="3195"/>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5" name="Group 670">
                <a:extLst>
                  <a:ext uri="{FF2B5EF4-FFF2-40B4-BE49-F238E27FC236}">
                    <a16:creationId xmlns:a16="http://schemas.microsoft.com/office/drawing/2014/main" id="{D712F8AF-CC3C-4FDA-93E4-18A6D1F5571B}"/>
                  </a:ext>
                </a:extLst>
              </p:cNvPr>
              <p:cNvGrpSpPr>
                <a:grpSpLocks/>
              </p:cNvGrpSpPr>
              <p:nvPr/>
            </p:nvGrpSpPr>
            <p:grpSpPr bwMode="auto">
              <a:xfrm>
                <a:off x="906" y="3195"/>
                <a:ext cx="302" cy="403"/>
                <a:chOff x="906" y="3195"/>
                <a:chExt cx="302" cy="403"/>
              </a:xfrm>
            </p:grpSpPr>
            <p:sp>
              <p:nvSpPr>
                <p:cNvPr id="10316" name="Rectangle 669">
                  <a:extLst>
                    <a:ext uri="{FF2B5EF4-FFF2-40B4-BE49-F238E27FC236}">
                      <a16:creationId xmlns:a16="http://schemas.microsoft.com/office/drawing/2014/main" id="{8D4BAD92-C0EF-420C-B278-856E3B6E4D07}"/>
                    </a:ext>
                  </a:extLst>
                </p:cNvPr>
                <p:cNvSpPr>
                  <a:spLocks noChangeArrowheads="1"/>
                </p:cNvSpPr>
                <p:nvPr/>
              </p:nvSpPr>
              <p:spPr bwMode="auto">
                <a:xfrm>
                  <a:off x="906" y="3195"/>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17" name="Group 668">
                  <a:extLst>
                    <a:ext uri="{FF2B5EF4-FFF2-40B4-BE49-F238E27FC236}">
                      <a16:creationId xmlns:a16="http://schemas.microsoft.com/office/drawing/2014/main" id="{D5C02C4A-B091-4EDD-8248-6A8717D2489E}"/>
                    </a:ext>
                  </a:extLst>
                </p:cNvPr>
                <p:cNvGrpSpPr>
                  <a:grpSpLocks/>
                </p:cNvGrpSpPr>
                <p:nvPr/>
              </p:nvGrpSpPr>
              <p:grpSpPr bwMode="auto">
                <a:xfrm>
                  <a:off x="906" y="3195"/>
                  <a:ext cx="302" cy="403"/>
                  <a:chOff x="906" y="3195"/>
                  <a:chExt cx="302" cy="403"/>
                </a:xfrm>
              </p:grpSpPr>
              <p:sp>
                <p:nvSpPr>
                  <p:cNvPr id="10318" name="Rectangle 508">
                    <a:extLst>
                      <a:ext uri="{FF2B5EF4-FFF2-40B4-BE49-F238E27FC236}">
                        <a16:creationId xmlns:a16="http://schemas.microsoft.com/office/drawing/2014/main" id="{BB4596A1-247C-43E1-83E0-FFAD50A3A030}"/>
                      </a:ext>
                    </a:extLst>
                  </p:cNvPr>
                  <p:cNvSpPr>
                    <a:spLocks noChangeArrowheads="1"/>
                  </p:cNvSpPr>
                  <p:nvPr/>
                </p:nvSpPr>
                <p:spPr bwMode="auto">
                  <a:xfrm>
                    <a:off x="949" y="3195"/>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19" name="Rectangle 667">
                    <a:extLst>
                      <a:ext uri="{FF2B5EF4-FFF2-40B4-BE49-F238E27FC236}">
                        <a16:creationId xmlns:a16="http://schemas.microsoft.com/office/drawing/2014/main" id="{84EB2121-10E6-4BF6-A522-C4DDE582BBA8}"/>
                      </a:ext>
                    </a:extLst>
                  </p:cNvPr>
                  <p:cNvSpPr>
                    <a:spLocks noChangeArrowheads="1"/>
                  </p:cNvSpPr>
                  <p:nvPr/>
                </p:nvSpPr>
                <p:spPr bwMode="auto">
                  <a:xfrm>
                    <a:off x="906" y="3195"/>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6" name="Group 674">
                <a:extLst>
                  <a:ext uri="{FF2B5EF4-FFF2-40B4-BE49-F238E27FC236}">
                    <a16:creationId xmlns:a16="http://schemas.microsoft.com/office/drawing/2014/main" id="{FB09FC9A-FA14-465C-BB7E-9DA971E19575}"/>
                  </a:ext>
                </a:extLst>
              </p:cNvPr>
              <p:cNvGrpSpPr>
                <a:grpSpLocks/>
              </p:cNvGrpSpPr>
              <p:nvPr/>
            </p:nvGrpSpPr>
            <p:grpSpPr bwMode="auto">
              <a:xfrm>
                <a:off x="1208" y="3195"/>
                <a:ext cx="417" cy="403"/>
                <a:chOff x="1208" y="3195"/>
                <a:chExt cx="417" cy="403"/>
              </a:xfrm>
            </p:grpSpPr>
            <p:sp>
              <p:nvSpPr>
                <p:cNvPr id="10312" name="Rectangle 673">
                  <a:extLst>
                    <a:ext uri="{FF2B5EF4-FFF2-40B4-BE49-F238E27FC236}">
                      <a16:creationId xmlns:a16="http://schemas.microsoft.com/office/drawing/2014/main" id="{A6D463EB-C54E-4848-B811-054A6B4540FE}"/>
                    </a:ext>
                  </a:extLst>
                </p:cNvPr>
                <p:cNvSpPr>
                  <a:spLocks noChangeArrowheads="1"/>
                </p:cNvSpPr>
                <p:nvPr/>
              </p:nvSpPr>
              <p:spPr bwMode="auto">
                <a:xfrm>
                  <a:off x="1208" y="3195"/>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13" name="Group 672">
                  <a:extLst>
                    <a:ext uri="{FF2B5EF4-FFF2-40B4-BE49-F238E27FC236}">
                      <a16:creationId xmlns:a16="http://schemas.microsoft.com/office/drawing/2014/main" id="{CD1449AE-0EB9-4306-A7D6-B3C9F8142AC8}"/>
                    </a:ext>
                  </a:extLst>
                </p:cNvPr>
                <p:cNvGrpSpPr>
                  <a:grpSpLocks/>
                </p:cNvGrpSpPr>
                <p:nvPr/>
              </p:nvGrpSpPr>
              <p:grpSpPr bwMode="auto">
                <a:xfrm>
                  <a:off x="1208" y="3195"/>
                  <a:ext cx="417" cy="403"/>
                  <a:chOff x="1208" y="3195"/>
                  <a:chExt cx="417" cy="403"/>
                </a:xfrm>
              </p:grpSpPr>
              <p:sp>
                <p:nvSpPr>
                  <p:cNvPr id="10314" name="Rectangle 509">
                    <a:extLst>
                      <a:ext uri="{FF2B5EF4-FFF2-40B4-BE49-F238E27FC236}">
                        <a16:creationId xmlns:a16="http://schemas.microsoft.com/office/drawing/2014/main" id="{57700906-ADD5-41C5-A01D-FF824E330EE0}"/>
                      </a:ext>
                    </a:extLst>
                  </p:cNvPr>
                  <p:cNvSpPr>
                    <a:spLocks noChangeArrowheads="1"/>
                  </p:cNvSpPr>
                  <p:nvPr/>
                </p:nvSpPr>
                <p:spPr bwMode="auto">
                  <a:xfrm>
                    <a:off x="1251" y="3195"/>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15" name="Rectangle 671">
                    <a:extLst>
                      <a:ext uri="{FF2B5EF4-FFF2-40B4-BE49-F238E27FC236}">
                        <a16:creationId xmlns:a16="http://schemas.microsoft.com/office/drawing/2014/main" id="{E1169B67-FBCB-4029-8F79-0F4AADA5046F}"/>
                      </a:ext>
                    </a:extLst>
                  </p:cNvPr>
                  <p:cNvSpPr>
                    <a:spLocks noChangeArrowheads="1"/>
                  </p:cNvSpPr>
                  <p:nvPr/>
                </p:nvSpPr>
                <p:spPr bwMode="auto">
                  <a:xfrm>
                    <a:off x="1208" y="3195"/>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7" name="Group 678">
                <a:extLst>
                  <a:ext uri="{FF2B5EF4-FFF2-40B4-BE49-F238E27FC236}">
                    <a16:creationId xmlns:a16="http://schemas.microsoft.com/office/drawing/2014/main" id="{7661834E-D95F-461F-89A8-ECC2AAD4ACCF}"/>
                  </a:ext>
                </a:extLst>
              </p:cNvPr>
              <p:cNvGrpSpPr>
                <a:grpSpLocks/>
              </p:cNvGrpSpPr>
              <p:nvPr/>
            </p:nvGrpSpPr>
            <p:grpSpPr bwMode="auto">
              <a:xfrm>
                <a:off x="0" y="3598"/>
                <a:ext cx="302" cy="403"/>
                <a:chOff x="0" y="3598"/>
                <a:chExt cx="302" cy="403"/>
              </a:xfrm>
            </p:grpSpPr>
            <p:sp>
              <p:nvSpPr>
                <p:cNvPr id="10308" name="Rectangle 677">
                  <a:extLst>
                    <a:ext uri="{FF2B5EF4-FFF2-40B4-BE49-F238E27FC236}">
                      <a16:creationId xmlns:a16="http://schemas.microsoft.com/office/drawing/2014/main" id="{82975189-A6F8-4DAB-A2F6-6B7CD72C7510}"/>
                    </a:ext>
                  </a:extLst>
                </p:cNvPr>
                <p:cNvSpPr>
                  <a:spLocks noChangeArrowheads="1"/>
                </p:cNvSpPr>
                <p:nvPr/>
              </p:nvSpPr>
              <p:spPr bwMode="auto">
                <a:xfrm>
                  <a:off x="0" y="3598"/>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09" name="Group 676">
                  <a:extLst>
                    <a:ext uri="{FF2B5EF4-FFF2-40B4-BE49-F238E27FC236}">
                      <a16:creationId xmlns:a16="http://schemas.microsoft.com/office/drawing/2014/main" id="{1FA150F8-8937-4641-88CC-44987714E0D1}"/>
                    </a:ext>
                  </a:extLst>
                </p:cNvPr>
                <p:cNvGrpSpPr>
                  <a:grpSpLocks/>
                </p:cNvGrpSpPr>
                <p:nvPr/>
              </p:nvGrpSpPr>
              <p:grpSpPr bwMode="auto">
                <a:xfrm>
                  <a:off x="0" y="3598"/>
                  <a:ext cx="302" cy="403"/>
                  <a:chOff x="0" y="3598"/>
                  <a:chExt cx="302" cy="403"/>
                </a:xfrm>
              </p:grpSpPr>
              <p:sp>
                <p:nvSpPr>
                  <p:cNvPr id="10310" name="Rectangle 510">
                    <a:extLst>
                      <a:ext uri="{FF2B5EF4-FFF2-40B4-BE49-F238E27FC236}">
                        <a16:creationId xmlns:a16="http://schemas.microsoft.com/office/drawing/2014/main" id="{4421223A-DC45-4CC0-8981-8A6FA6799527}"/>
                      </a:ext>
                    </a:extLst>
                  </p:cNvPr>
                  <p:cNvSpPr>
                    <a:spLocks noChangeArrowheads="1"/>
                  </p:cNvSpPr>
                  <p:nvPr/>
                </p:nvSpPr>
                <p:spPr bwMode="auto">
                  <a:xfrm>
                    <a:off x="43" y="3598"/>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11" name="Rectangle 675">
                    <a:extLst>
                      <a:ext uri="{FF2B5EF4-FFF2-40B4-BE49-F238E27FC236}">
                        <a16:creationId xmlns:a16="http://schemas.microsoft.com/office/drawing/2014/main" id="{63D68F9E-2A78-4DC4-8933-91006A91EF87}"/>
                      </a:ext>
                    </a:extLst>
                  </p:cNvPr>
                  <p:cNvSpPr>
                    <a:spLocks noChangeArrowheads="1"/>
                  </p:cNvSpPr>
                  <p:nvPr/>
                </p:nvSpPr>
                <p:spPr bwMode="auto">
                  <a:xfrm>
                    <a:off x="0" y="3598"/>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8" name="Group 682">
                <a:extLst>
                  <a:ext uri="{FF2B5EF4-FFF2-40B4-BE49-F238E27FC236}">
                    <a16:creationId xmlns:a16="http://schemas.microsoft.com/office/drawing/2014/main" id="{F471A07E-1B71-49C1-98CD-BA693F27FEE1}"/>
                  </a:ext>
                </a:extLst>
              </p:cNvPr>
              <p:cNvGrpSpPr>
                <a:grpSpLocks/>
              </p:cNvGrpSpPr>
              <p:nvPr/>
            </p:nvGrpSpPr>
            <p:grpSpPr bwMode="auto">
              <a:xfrm>
                <a:off x="302" y="3598"/>
                <a:ext cx="302" cy="403"/>
                <a:chOff x="302" y="3598"/>
                <a:chExt cx="302" cy="403"/>
              </a:xfrm>
            </p:grpSpPr>
            <p:sp>
              <p:nvSpPr>
                <p:cNvPr id="10304" name="Rectangle 681">
                  <a:extLst>
                    <a:ext uri="{FF2B5EF4-FFF2-40B4-BE49-F238E27FC236}">
                      <a16:creationId xmlns:a16="http://schemas.microsoft.com/office/drawing/2014/main" id="{8D93EB2E-432A-4888-A7BF-C3DE5220EE62}"/>
                    </a:ext>
                  </a:extLst>
                </p:cNvPr>
                <p:cNvSpPr>
                  <a:spLocks noChangeArrowheads="1"/>
                </p:cNvSpPr>
                <p:nvPr/>
              </p:nvSpPr>
              <p:spPr bwMode="auto">
                <a:xfrm>
                  <a:off x="302" y="3598"/>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05" name="Group 680">
                  <a:extLst>
                    <a:ext uri="{FF2B5EF4-FFF2-40B4-BE49-F238E27FC236}">
                      <a16:creationId xmlns:a16="http://schemas.microsoft.com/office/drawing/2014/main" id="{6804EA90-2969-4830-AC89-7CD480F08467}"/>
                    </a:ext>
                  </a:extLst>
                </p:cNvPr>
                <p:cNvGrpSpPr>
                  <a:grpSpLocks/>
                </p:cNvGrpSpPr>
                <p:nvPr/>
              </p:nvGrpSpPr>
              <p:grpSpPr bwMode="auto">
                <a:xfrm>
                  <a:off x="302" y="3598"/>
                  <a:ext cx="302" cy="403"/>
                  <a:chOff x="302" y="3598"/>
                  <a:chExt cx="302" cy="403"/>
                </a:xfrm>
              </p:grpSpPr>
              <p:sp>
                <p:nvSpPr>
                  <p:cNvPr id="10306" name="Rectangle 511">
                    <a:extLst>
                      <a:ext uri="{FF2B5EF4-FFF2-40B4-BE49-F238E27FC236}">
                        <a16:creationId xmlns:a16="http://schemas.microsoft.com/office/drawing/2014/main" id="{5C9891A2-561C-481D-AA72-46C00204F623}"/>
                      </a:ext>
                    </a:extLst>
                  </p:cNvPr>
                  <p:cNvSpPr>
                    <a:spLocks noChangeArrowheads="1"/>
                  </p:cNvSpPr>
                  <p:nvPr/>
                </p:nvSpPr>
                <p:spPr bwMode="auto">
                  <a:xfrm>
                    <a:off x="345" y="3598"/>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07" name="Rectangle 679">
                    <a:extLst>
                      <a:ext uri="{FF2B5EF4-FFF2-40B4-BE49-F238E27FC236}">
                        <a16:creationId xmlns:a16="http://schemas.microsoft.com/office/drawing/2014/main" id="{3207B9FC-AE34-4E78-B27C-9B0124999D30}"/>
                      </a:ext>
                    </a:extLst>
                  </p:cNvPr>
                  <p:cNvSpPr>
                    <a:spLocks noChangeArrowheads="1"/>
                  </p:cNvSpPr>
                  <p:nvPr/>
                </p:nvSpPr>
                <p:spPr bwMode="auto">
                  <a:xfrm>
                    <a:off x="302" y="3598"/>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89" name="Group 686">
                <a:extLst>
                  <a:ext uri="{FF2B5EF4-FFF2-40B4-BE49-F238E27FC236}">
                    <a16:creationId xmlns:a16="http://schemas.microsoft.com/office/drawing/2014/main" id="{01A501EE-8492-4AD2-9F41-F46B0806B863}"/>
                  </a:ext>
                </a:extLst>
              </p:cNvPr>
              <p:cNvGrpSpPr>
                <a:grpSpLocks/>
              </p:cNvGrpSpPr>
              <p:nvPr/>
            </p:nvGrpSpPr>
            <p:grpSpPr bwMode="auto">
              <a:xfrm>
                <a:off x="604" y="3598"/>
                <a:ext cx="302" cy="403"/>
                <a:chOff x="604" y="3598"/>
                <a:chExt cx="302" cy="403"/>
              </a:xfrm>
            </p:grpSpPr>
            <p:sp>
              <p:nvSpPr>
                <p:cNvPr id="10300" name="Rectangle 685">
                  <a:extLst>
                    <a:ext uri="{FF2B5EF4-FFF2-40B4-BE49-F238E27FC236}">
                      <a16:creationId xmlns:a16="http://schemas.microsoft.com/office/drawing/2014/main" id="{7C991BA7-DC3D-4C94-B320-4260CD760F7E}"/>
                    </a:ext>
                  </a:extLst>
                </p:cNvPr>
                <p:cNvSpPr>
                  <a:spLocks noChangeArrowheads="1"/>
                </p:cNvSpPr>
                <p:nvPr/>
              </p:nvSpPr>
              <p:spPr bwMode="auto">
                <a:xfrm>
                  <a:off x="604" y="3598"/>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301" name="Group 684">
                  <a:extLst>
                    <a:ext uri="{FF2B5EF4-FFF2-40B4-BE49-F238E27FC236}">
                      <a16:creationId xmlns:a16="http://schemas.microsoft.com/office/drawing/2014/main" id="{F95E5C77-D860-4D5F-8F66-A91610E112CF}"/>
                    </a:ext>
                  </a:extLst>
                </p:cNvPr>
                <p:cNvGrpSpPr>
                  <a:grpSpLocks/>
                </p:cNvGrpSpPr>
                <p:nvPr/>
              </p:nvGrpSpPr>
              <p:grpSpPr bwMode="auto">
                <a:xfrm>
                  <a:off x="604" y="3598"/>
                  <a:ext cx="302" cy="403"/>
                  <a:chOff x="604" y="3598"/>
                  <a:chExt cx="302" cy="403"/>
                </a:xfrm>
              </p:grpSpPr>
              <p:sp>
                <p:nvSpPr>
                  <p:cNvPr id="10302" name="Rectangle 512">
                    <a:extLst>
                      <a:ext uri="{FF2B5EF4-FFF2-40B4-BE49-F238E27FC236}">
                        <a16:creationId xmlns:a16="http://schemas.microsoft.com/office/drawing/2014/main" id="{F2C67866-F108-4744-B3BB-200B7F0C1990}"/>
                      </a:ext>
                    </a:extLst>
                  </p:cNvPr>
                  <p:cNvSpPr>
                    <a:spLocks noChangeArrowheads="1"/>
                  </p:cNvSpPr>
                  <p:nvPr/>
                </p:nvSpPr>
                <p:spPr bwMode="auto">
                  <a:xfrm>
                    <a:off x="647" y="3598"/>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R</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303" name="Rectangle 683">
                    <a:extLst>
                      <a:ext uri="{FF2B5EF4-FFF2-40B4-BE49-F238E27FC236}">
                        <a16:creationId xmlns:a16="http://schemas.microsoft.com/office/drawing/2014/main" id="{8E0AF3DF-B52E-443E-9BC2-9D55272EF1A2}"/>
                      </a:ext>
                    </a:extLst>
                  </p:cNvPr>
                  <p:cNvSpPr>
                    <a:spLocks noChangeArrowheads="1"/>
                  </p:cNvSpPr>
                  <p:nvPr/>
                </p:nvSpPr>
                <p:spPr bwMode="auto">
                  <a:xfrm>
                    <a:off x="604" y="3598"/>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90" name="Group 690">
                <a:extLst>
                  <a:ext uri="{FF2B5EF4-FFF2-40B4-BE49-F238E27FC236}">
                    <a16:creationId xmlns:a16="http://schemas.microsoft.com/office/drawing/2014/main" id="{85A8E0AC-965B-4D29-9E57-89F538B5D9D9}"/>
                  </a:ext>
                </a:extLst>
              </p:cNvPr>
              <p:cNvGrpSpPr>
                <a:grpSpLocks/>
              </p:cNvGrpSpPr>
              <p:nvPr/>
            </p:nvGrpSpPr>
            <p:grpSpPr bwMode="auto">
              <a:xfrm>
                <a:off x="906" y="3598"/>
                <a:ext cx="302" cy="403"/>
                <a:chOff x="906" y="3598"/>
                <a:chExt cx="302" cy="403"/>
              </a:xfrm>
            </p:grpSpPr>
            <p:sp>
              <p:nvSpPr>
                <p:cNvPr id="10296" name="Rectangle 689">
                  <a:extLst>
                    <a:ext uri="{FF2B5EF4-FFF2-40B4-BE49-F238E27FC236}">
                      <a16:creationId xmlns:a16="http://schemas.microsoft.com/office/drawing/2014/main" id="{82241F1F-390D-4A0C-87D0-4B04439496F3}"/>
                    </a:ext>
                  </a:extLst>
                </p:cNvPr>
                <p:cNvSpPr>
                  <a:spLocks noChangeArrowheads="1"/>
                </p:cNvSpPr>
                <p:nvPr/>
              </p:nvSpPr>
              <p:spPr bwMode="auto">
                <a:xfrm>
                  <a:off x="906" y="3598"/>
                  <a:ext cx="30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297" name="Group 688">
                  <a:extLst>
                    <a:ext uri="{FF2B5EF4-FFF2-40B4-BE49-F238E27FC236}">
                      <a16:creationId xmlns:a16="http://schemas.microsoft.com/office/drawing/2014/main" id="{811F2C83-1F08-4755-8C9A-1CD8D7BF0ABA}"/>
                    </a:ext>
                  </a:extLst>
                </p:cNvPr>
                <p:cNvGrpSpPr>
                  <a:grpSpLocks/>
                </p:cNvGrpSpPr>
                <p:nvPr/>
              </p:nvGrpSpPr>
              <p:grpSpPr bwMode="auto">
                <a:xfrm>
                  <a:off x="906" y="3598"/>
                  <a:ext cx="302" cy="403"/>
                  <a:chOff x="906" y="3598"/>
                  <a:chExt cx="302" cy="403"/>
                </a:xfrm>
              </p:grpSpPr>
              <p:sp>
                <p:nvSpPr>
                  <p:cNvPr id="10298" name="Rectangle 513">
                    <a:extLst>
                      <a:ext uri="{FF2B5EF4-FFF2-40B4-BE49-F238E27FC236}">
                        <a16:creationId xmlns:a16="http://schemas.microsoft.com/office/drawing/2014/main" id="{8BCC840D-9D52-421A-8A95-A3285030F079}"/>
                      </a:ext>
                    </a:extLst>
                  </p:cNvPr>
                  <p:cNvSpPr>
                    <a:spLocks noChangeArrowheads="1"/>
                  </p:cNvSpPr>
                  <p:nvPr/>
                </p:nvSpPr>
                <p:spPr bwMode="auto">
                  <a:xfrm>
                    <a:off x="949" y="3598"/>
                    <a:ext cx="216"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299" name="Rectangle 687">
                    <a:extLst>
                      <a:ext uri="{FF2B5EF4-FFF2-40B4-BE49-F238E27FC236}">
                        <a16:creationId xmlns:a16="http://schemas.microsoft.com/office/drawing/2014/main" id="{C140C688-8464-4132-98AA-3D6AD64A746A}"/>
                      </a:ext>
                    </a:extLst>
                  </p:cNvPr>
                  <p:cNvSpPr>
                    <a:spLocks noChangeArrowheads="1"/>
                  </p:cNvSpPr>
                  <p:nvPr/>
                </p:nvSpPr>
                <p:spPr bwMode="auto">
                  <a:xfrm>
                    <a:off x="906" y="3598"/>
                    <a:ext cx="30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0291" name="Group 694">
                <a:extLst>
                  <a:ext uri="{FF2B5EF4-FFF2-40B4-BE49-F238E27FC236}">
                    <a16:creationId xmlns:a16="http://schemas.microsoft.com/office/drawing/2014/main" id="{A5FFE53C-33DD-4C97-836F-7DA4F22FF632}"/>
                  </a:ext>
                </a:extLst>
              </p:cNvPr>
              <p:cNvGrpSpPr>
                <a:grpSpLocks/>
              </p:cNvGrpSpPr>
              <p:nvPr/>
            </p:nvGrpSpPr>
            <p:grpSpPr bwMode="auto">
              <a:xfrm>
                <a:off x="1208" y="3598"/>
                <a:ext cx="417" cy="403"/>
                <a:chOff x="1208" y="3598"/>
                <a:chExt cx="417" cy="403"/>
              </a:xfrm>
            </p:grpSpPr>
            <p:sp>
              <p:nvSpPr>
                <p:cNvPr id="10292" name="Rectangle 693">
                  <a:extLst>
                    <a:ext uri="{FF2B5EF4-FFF2-40B4-BE49-F238E27FC236}">
                      <a16:creationId xmlns:a16="http://schemas.microsoft.com/office/drawing/2014/main" id="{E4A0A2E6-E838-4054-8B75-7218255F3E62}"/>
                    </a:ext>
                  </a:extLst>
                </p:cNvPr>
                <p:cNvSpPr>
                  <a:spLocks noChangeArrowheads="1"/>
                </p:cNvSpPr>
                <p:nvPr/>
              </p:nvSpPr>
              <p:spPr bwMode="auto">
                <a:xfrm>
                  <a:off x="1208" y="3598"/>
                  <a:ext cx="417"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0293" name="Group 692">
                  <a:extLst>
                    <a:ext uri="{FF2B5EF4-FFF2-40B4-BE49-F238E27FC236}">
                      <a16:creationId xmlns:a16="http://schemas.microsoft.com/office/drawing/2014/main" id="{5265435E-CC06-4F10-BA6D-A77D55239AEB}"/>
                    </a:ext>
                  </a:extLst>
                </p:cNvPr>
                <p:cNvGrpSpPr>
                  <a:grpSpLocks/>
                </p:cNvGrpSpPr>
                <p:nvPr/>
              </p:nvGrpSpPr>
              <p:grpSpPr bwMode="auto">
                <a:xfrm>
                  <a:off x="1208" y="3598"/>
                  <a:ext cx="417" cy="403"/>
                  <a:chOff x="1208" y="3598"/>
                  <a:chExt cx="417" cy="403"/>
                </a:xfrm>
              </p:grpSpPr>
              <p:sp>
                <p:nvSpPr>
                  <p:cNvPr id="10294" name="Rectangle 514">
                    <a:extLst>
                      <a:ext uri="{FF2B5EF4-FFF2-40B4-BE49-F238E27FC236}">
                        <a16:creationId xmlns:a16="http://schemas.microsoft.com/office/drawing/2014/main" id="{55BC6308-4EEB-4A59-BEC7-A5023C0E3863}"/>
                      </a:ext>
                    </a:extLst>
                  </p:cNvPr>
                  <p:cNvSpPr>
                    <a:spLocks noChangeArrowheads="1"/>
                  </p:cNvSpPr>
                  <p:nvPr/>
                </p:nvSpPr>
                <p:spPr bwMode="auto">
                  <a:xfrm>
                    <a:off x="1251" y="3598"/>
                    <a:ext cx="331"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ro-RO" altLang="ro-RO" sz="1200" b="1">
                        <a:solidFill>
                          <a:srgbClr val="003300"/>
                        </a:solidFill>
                        <a:cs typeface="Times New Roman" panose="02020603050405020304" pitchFamily="18" charset="0"/>
                      </a:rPr>
                      <a:t>D</a:t>
                    </a:r>
                    <a:endParaRPr lang="en-US" altLang="ro-RO" sz="1200">
                      <a:cs typeface="Times New Roman" panose="02020603050405020304" pitchFamily="18" charset="0"/>
                    </a:endParaRPr>
                  </a:p>
                  <a:p>
                    <a:pPr algn="ctr">
                      <a:spcBef>
                        <a:spcPct val="0"/>
                      </a:spcBef>
                      <a:buFontTx/>
                      <a:buNone/>
                    </a:pPr>
                    <a:endParaRPr lang="en-US" altLang="ro-RO" sz="2400"/>
                  </a:p>
                </p:txBody>
              </p:sp>
              <p:sp>
                <p:nvSpPr>
                  <p:cNvPr id="10295" name="Rectangle 691">
                    <a:extLst>
                      <a:ext uri="{FF2B5EF4-FFF2-40B4-BE49-F238E27FC236}">
                        <a16:creationId xmlns:a16="http://schemas.microsoft.com/office/drawing/2014/main" id="{8BFE2CBF-2C1F-4472-ABF3-36C19325F040}"/>
                      </a:ext>
                    </a:extLst>
                  </p:cNvPr>
                  <p:cNvSpPr>
                    <a:spLocks noChangeArrowheads="1"/>
                  </p:cNvSpPr>
                  <p:nvPr/>
                </p:nvSpPr>
                <p:spPr bwMode="auto">
                  <a:xfrm>
                    <a:off x="1208" y="3598"/>
                    <a:ext cx="41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sp>
          <p:nvSpPr>
            <p:cNvPr id="10246" name="Rectangle 696">
              <a:extLst>
                <a:ext uri="{FF2B5EF4-FFF2-40B4-BE49-F238E27FC236}">
                  <a16:creationId xmlns:a16="http://schemas.microsoft.com/office/drawing/2014/main" id="{5530F27F-37A7-45A8-9DA0-652AC9A0C1B2}"/>
                </a:ext>
              </a:extLst>
            </p:cNvPr>
            <p:cNvSpPr>
              <a:spLocks noChangeArrowheads="1"/>
            </p:cNvSpPr>
            <p:nvPr/>
          </p:nvSpPr>
          <p:spPr bwMode="auto">
            <a:xfrm>
              <a:off x="-2" y="372"/>
              <a:ext cx="1629" cy="3631"/>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sp>
        <p:nvSpPr>
          <p:cNvPr id="10244" name="Rectangle 698">
            <a:extLst>
              <a:ext uri="{FF2B5EF4-FFF2-40B4-BE49-F238E27FC236}">
                <a16:creationId xmlns:a16="http://schemas.microsoft.com/office/drawing/2014/main" id="{FD547601-62B6-46E8-AE3D-E048D44E377D}"/>
              </a:ext>
            </a:extLst>
          </p:cNvPr>
          <p:cNvSpPr>
            <a:spLocks noChangeArrowheads="1"/>
          </p:cNvSpPr>
          <p:nvPr/>
        </p:nvSpPr>
        <p:spPr bwMode="auto">
          <a:xfrm>
            <a:off x="1525588" y="6302375"/>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br>
              <a:rPr lang="ro-RO" altLang="ro-RO" sz="1000">
                <a:cs typeface="Times New Roman" panose="02020603050405020304" pitchFamily="18" charset="0"/>
              </a:rPr>
            </a:br>
            <a:endParaRPr lang="ro-RO" altLang="ro-RO"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3329A84-B3B6-4542-8C0B-9A2DC469F4A0}"/>
              </a:ext>
            </a:extLst>
          </p:cNvPr>
          <p:cNvSpPr>
            <a:spLocks noGrp="1" noChangeArrowheads="1"/>
          </p:cNvSpPr>
          <p:nvPr>
            <p:ph type="title"/>
          </p:nvPr>
        </p:nvSpPr>
        <p:spPr/>
        <p:txBody>
          <a:bodyPr/>
          <a:lstStyle/>
          <a:p>
            <a:pPr eaLnBrk="1" hangingPunct="1"/>
            <a:r>
              <a:rPr lang="ro-RO" altLang="ro-RO">
                <a:cs typeface="Times New Roman" panose="02020603050405020304" pitchFamily="18" charset="0"/>
              </a:rPr>
              <a:t>Gerrymandering </a:t>
            </a:r>
            <a:r>
              <a:rPr lang="ro-RO" altLang="ro-RO"/>
              <a:t>democrat</a:t>
            </a:r>
          </a:p>
        </p:txBody>
      </p:sp>
      <p:grpSp>
        <p:nvGrpSpPr>
          <p:cNvPr id="11267" name="Group 230">
            <a:extLst>
              <a:ext uri="{FF2B5EF4-FFF2-40B4-BE49-F238E27FC236}">
                <a16:creationId xmlns:a16="http://schemas.microsoft.com/office/drawing/2014/main" id="{338349F2-4946-4C0C-8418-B590FCBCD634}"/>
              </a:ext>
            </a:extLst>
          </p:cNvPr>
          <p:cNvGrpSpPr>
            <a:grpSpLocks/>
          </p:cNvGrpSpPr>
          <p:nvPr/>
        </p:nvGrpSpPr>
        <p:grpSpPr bwMode="auto">
          <a:xfrm>
            <a:off x="3429000" y="1676400"/>
            <a:ext cx="5181600" cy="4483100"/>
            <a:chOff x="-2" y="-2"/>
            <a:chExt cx="1512" cy="3631"/>
          </a:xfrm>
        </p:grpSpPr>
        <p:grpSp>
          <p:nvGrpSpPr>
            <p:cNvPr id="11268" name="Group 228">
              <a:extLst>
                <a:ext uri="{FF2B5EF4-FFF2-40B4-BE49-F238E27FC236}">
                  <a16:creationId xmlns:a16="http://schemas.microsoft.com/office/drawing/2014/main" id="{432615B3-5C4D-44BB-B60E-E921D214D909}"/>
                </a:ext>
              </a:extLst>
            </p:cNvPr>
            <p:cNvGrpSpPr>
              <a:grpSpLocks/>
            </p:cNvGrpSpPr>
            <p:nvPr/>
          </p:nvGrpSpPr>
          <p:grpSpPr bwMode="auto">
            <a:xfrm>
              <a:off x="0" y="0"/>
              <a:ext cx="1508" cy="3627"/>
              <a:chOff x="0" y="0"/>
              <a:chExt cx="1508" cy="3627"/>
            </a:xfrm>
          </p:grpSpPr>
          <p:grpSp>
            <p:nvGrpSpPr>
              <p:cNvPr id="11270" name="Group 51">
                <a:extLst>
                  <a:ext uri="{FF2B5EF4-FFF2-40B4-BE49-F238E27FC236}">
                    <a16:creationId xmlns:a16="http://schemas.microsoft.com/office/drawing/2014/main" id="{FBECABAD-C8F5-48CB-88FB-8243A9A3D12A}"/>
                  </a:ext>
                </a:extLst>
              </p:cNvPr>
              <p:cNvGrpSpPr>
                <a:grpSpLocks/>
              </p:cNvGrpSpPr>
              <p:nvPr/>
            </p:nvGrpSpPr>
            <p:grpSpPr bwMode="auto">
              <a:xfrm>
                <a:off x="0" y="0"/>
                <a:ext cx="300" cy="403"/>
                <a:chOff x="0" y="0"/>
                <a:chExt cx="300" cy="403"/>
              </a:xfrm>
            </p:grpSpPr>
            <p:sp>
              <p:nvSpPr>
                <p:cNvPr id="11491" name="Rectangle 50">
                  <a:extLst>
                    <a:ext uri="{FF2B5EF4-FFF2-40B4-BE49-F238E27FC236}">
                      <a16:creationId xmlns:a16="http://schemas.microsoft.com/office/drawing/2014/main" id="{8E81A417-E9AB-443D-853D-037D34FD6CD0}"/>
                    </a:ext>
                  </a:extLst>
                </p:cNvPr>
                <p:cNvSpPr>
                  <a:spLocks noChangeArrowheads="1"/>
                </p:cNvSpPr>
                <p:nvPr/>
              </p:nvSpPr>
              <p:spPr bwMode="auto">
                <a:xfrm>
                  <a:off x="0" y="0"/>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92" name="Group 49">
                  <a:extLst>
                    <a:ext uri="{FF2B5EF4-FFF2-40B4-BE49-F238E27FC236}">
                      <a16:creationId xmlns:a16="http://schemas.microsoft.com/office/drawing/2014/main" id="{DBC8D3E1-8261-403F-99AD-68711C9FA730}"/>
                    </a:ext>
                  </a:extLst>
                </p:cNvPr>
                <p:cNvGrpSpPr>
                  <a:grpSpLocks/>
                </p:cNvGrpSpPr>
                <p:nvPr/>
              </p:nvGrpSpPr>
              <p:grpSpPr bwMode="auto">
                <a:xfrm>
                  <a:off x="0" y="0"/>
                  <a:ext cx="300" cy="403"/>
                  <a:chOff x="0" y="0"/>
                  <a:chExt cx="300" cy="403"/>
                </a:xfrm>
              </p:grpSpPr>
              <p:sp>
                <p:nvSpPr>
                  <p:cNvPr id="11493" name="Rectangle 3">
                    <a:extLst>
                      <a:ext uri="{FF2B5EF4-FFF2-40B4-BE49-F238E27FC236}">
                        <a16:creationId xmlns:a16="http://schemas.microsoft.com/office/drawing/2014/main" id="{4F375913-31BD-4C10-BFF0-F5E4EFEA7389}"/>
                      </a:ext>
                    </a:extLst>
                  </p:cNvPr>
                  <p:cNvSpPr>
                    <a:spLocks noChangeArrowheads="1"/>
                  </p:cNvSpPr>
                  <p:nvPr/>
                </p:nvSpPr>
                <p:spPr bwMode="auto">
                  <a:xfrm>
                    <a:off x="43" y="0"/>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94" name="Rectangle 48">
                    <a:extLst>
                      <a:ext uri="{FF2B5EF4-FFF2-40B4-BE49-F238E27FC236}">
                        <a16:creationId xmlns:a16="http://schemas.microsoft.com/office/drawing/2014/main" id="{9095762A-1054-448A-B20A-A190609B9AEC}"/>
                      </a:ext>
                    </a:extLst>
                  </p:cNvPr>
                  <p:cNvSpPr>
                    <a:spLocks noChangeArrowheads="1"/>
                  </p:cNvSpPr>
                  <p:nvPr/>
                </p:nvSpPr>
                <p:spPr bwMode="auto">
                  <a:xfrm>
                    <a:off x="0" y="0"/>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1" name="Group 55">
                <a:extLst>
                  <a:ext uri="{FF2B5EF4-FFF2-40B4-BE49-F238E27FC236}">
                    <a16:creationId xmlns:a16="http://schemas.microsoft.com/office/drawing/2014/main" id="{766D904B-0BF8-4A4A-97D7-7066D5507E41}"/>
                  </a:ext>
                </a:extLst>
              </p:cNvPr>
              <p:cNvGrpSpPr>
                <a:grpSpLocks/>
              </p:cNvGrpSpPr>
              <p:nvPr/>
            </p:nvGrpSpPr>
            <p:grpSpPr bwMode="auto">
              <a:xfrm>
                <a:off x="300" y="0"/>
                <a:ext cx="300" cy="403"/>
                <a:chOff x="300" y="0"/>
                <a:chExt cx="300" cy="403"/>
              </a:xfrm>
            </p:grpSpPr>
            <p:sp>
              <p:nvSpPr>
                <p:cNvPr id="11487" name="Rectangle 54">
                  <a:extLst>
                    <a:ext uri="{FF2B5EF4-FFF2-40B4-BE49-F238E27FC236}">
                      <a16:creationId xmlns:a16="http://schemas.microsoft.com/office/drawing/2014/main" id="{EFC4A89C-5E2B-4D2B-A547-2FFD62FE821C}"/>
                    </a:ext>
                  </a:extLst>
                </p:cNvPr>
                <p:cNvSpPr>
                  <a:spLocks noChangeArrowheads="1"/>
                </p:cNvSpPr>
                <p:nvPr/>
              </p:nvSpPr>
              <p:spPr bwMode="auto">
                <a:xfrm>
                  <a:off x="300" y="0"/>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88" name="Group 53">
                  <a:extLst>
                    <a:ext uri="{FF2B5EF4-FFF2-40B4-BE49-F238E27FC236}">
                      <a16:creationId xmlns:a16="http://schemas.microsoft.com/office/drawing/2014/main" id="{35CFA60E-E4BA-411D-81C4-BF1C656CB785}"/>
                    </a:ext>
                  </a:extLst>
                </p:cNvPr>
                <p:cNvGrpSpPr>
                  <a:grpSpLocks/>
                </p:cNvGrpSpPr>
                <p:nvPr/>
              </p:nvGrpSpPr>
              <p:grpSpPr bwMode="auto">
                <a:xfrm>
                  <a:off x="300" y="0"/>
                  <a:ext cx="300" cy="403"/>
                  <a:chOff x="300" y="0"/>
                  <a:chExt cx="300" cy="403"/>
                </a:xfrm>
              </p:grpSpPr>
              <p:sp>
                <p:nvSpPr>
                  <p:cNvPr id="11489" name="Rectangle 4">
                    <a:extLst>
                      <a:ext uri="{FF2B5EF4-FFF2-40B4-BE49-F238E27FC236}">
                        <a16:creationId xmlns:a16="http://schemas.microsoft.com/office/drawing/2014/main" id="{08C14400-F82A-418A-9D6A-A60113E6D973}"/>
                      </a:ext>
                    </a:extLst>
                  </p:cNvPr>
                  <p:cNvSpPr>
                    <a:spLocks noChangeArrowheads="1"/>
                  </p:cNvSpPr>
                  <p:nvPr/>
                </p:nvSpPr>
                <p:spPr bwMode="auto">
                  <a:xfrm>
                    <a:off x="343" y="0"/>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90" name="Rectangle 52">
                    <a:extLst>
                      <a:ext uri="{FF2B5EF4-FFF2-40B4-BE49-F238E27FC236}">
                        <a16:creationId xmlns:a16="http://schemas.microsoft.com/office/drawing/2014/main" id="{EE879017-0015-49E8-A2BB-B24E09F150C8}"/>
                      </a:ext>
                    </a:extLst>
                  </p:cNvPr>
                  <p:cNvSpPr>
                    <a:spLocks noChangeArrowheads="1"/>
                  </p:cNvSpPr>
                  <p:nvPr/>
                </p:nvSpPr>
                <p:spPr bwMode="auto">
                  <a:xfrm>
                    <a:off x="300" y="0"/>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2" name="Group 59">
                <a:extLst>
                  <a:ext uri="{FF2B5EF4-FFF2-40B4-BE49-F238E27FC236}">
                    <a16:creationId xmlns:a16="http://schemas.microsoft.com/office/drawing/2014/main" id="{66BAD4E2-547D-4EED-98E5-D96151EA5DB6}"/>
                  </a:ext>
                </a:extLst>
              </p:cNvPr>
              <p:cNvGrpSpPr>
                <a:grpSpLocks/>
              </p:cNvGrpSpPr>
              <p:nvPr/>
            </p:nvGrpSpPr>
            <p:grpSpPr bwMode="auto">
              <a:xfrm>
                <a:off x="600" y="0"/>
                <a:ext cx="300" cy="403"/>
                <a:chOff x="600" y="0"/>
                <a:chExt cx="300" cy="403"/>
              </a:xfrm>
            </p:grpSpPr>
            <p:sp>
              <p:nvSpPr>
                <p:cNvPr id="11483" name="Rectangle 58">
                  <a:extLst>
                    <a:ext uri="{FF2B5EF4-FFF2-40B4-BE49-F238E27FC236}">
                      <a16:creationId xmlns:a16="http://schemas.microsoft.com/office/drawing/2014/main" id="{1A62FBE1-CFF0-484A-8FEE-86650C5088B8}"/>
                    </a:ext>
                  </a:extLst>
                </p:cNvPr>
                <p:cNvSpPr>
                  <a:spLocks noChangeArrowheads="1"/>
                </p:cNvSpPr>
                <p:nvPr/>
              </p:nvSpPr>
              <p:spPr bwMode="auto">
                <a:xfrm>
                  <a:off x="600" y="0"/>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84" name="Group 57">
                  <a:extLst>
                    <a:ext uri="{FF2B5EF4-FFF2-40B4-BE49-F238E27FC236}">
                      <a16:creationId xmlns:a16="http://schemas.microsoft.com/office/drawing/2014/main" id="{4717D84B-0CA9-40A4-BBFE-56CE33509D22}"/>
                    </a:ext>
                  </a:extLst>
                </p:cNvPr>
                <p:cNvGrpSpPr>
                  <a:grpSpLocks/>
                </p:cNvGrpSpPr>
                <p:nvPr/>
              </p:nvGrpSpPr>
              <p:grpSpPr bwMode="auto">
                <a:xfrm>
                  <a:off x="600" y="0"/>
                  <a:ext cx="300" cy="403"/>
                  <a:chOff x="600" y="0"/>
                  <a:chExt cx="300" cy="403"/>
                </a:xfrm>
              </p:grpSpPr>
              <p:sp>
                <p:nvSpPr>
                  <p:cNvPr id="11485" name="Rectangle 5">
                    <a:extLst>
                      <a:ext uri="{FF2B5EF4-FFF2-40B4-BE49-F238E27FC236}">
                        <a16:creationId xmlns:a16="http://schemas.microsoft.com/office/drawing/2014/main" id="{46A37045-4B20-4BED-8C78-8AC470044163}"/>
                      </a:ext>
                    </a:extLst>
                  </p:cNvPr>
                  <p:cNvSpPr>
                    <a:spLocks noChangeArrowheads="1"/>
                  </p:cNvSpPr>
                  <p:nvPr/>
                </p:nvSpPr>
                <p:spPr bwMode="auto">
                  <a:xfrm>
                    <a:off x="643" y="0"/>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86" name="Rectangle 56">
                    <a:extLst>
                      <a:ext uri="{FF2B5EF4-FFF2-40B4-BE49-F238E27FC236}">
                        <a16:creationId xmlns:a16="http://schemas.microsoft.com/office/drawing/2014/main" id="{9B503D82-9F75-4A85-A10D-0E282A752067}"/>
                      </a:ext>
                    </a:extLst>
                  </p:cNvPr>
                  <p:cNvSpPr>
                    <a:spLocks noChangeArrowheads="1"/>
                  </p:cNvSpPr>
                  <p:nvPr/>
                </p:nvSpPr>
                <p:spPr bwMode="auto">
                  <a:xfrm>
                    <a:off x="600" y="0"/>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3" name="Group 63">
                <a:extLst>
                  <a:ext uri="{FF2B5EF4-FFF2-40B4-BE49-F238E27FC236}">
                    <a16:creationId xmlns:a16="http://schemas.microsoft.com/office/drawing/2014/main" id="{7A0BBDBB-3797-4E88-A8B1-39CB1567BBFA}"/>
                  </a:ext>
                </a:extLst>
              </p:cNvPr>
              <p:cNvGrpSpPr>
                <a:grpSpLocks/>
              </p:cNvGrpSpPr>
              <p:nvPr/>
            </p:nvGrpSpPr>
            <p:grpSpPr bwMode="auto">
              <a:xfrm>
                <a:off x="900" y="0"/>
                <a:ext cx="300" cy="403"/>
                <a:chOff x="900" y="0"/>
                <a:chExt cx="300" cy="403"/>
              </a:xfrm>
            </p:grpSpPr>
            <p:sp>
              <p:nvSpPr>
                <p:cNvPr id="11479" name="Rectangle 62">
                  <a:extLst>
                    <a:ext uri="{FF2B5EF4-FFF2-40B4-BE49-F238E27FC236}">
                      <a16:creationId xmlns:a16="http://schemas.microsoft.com/office/drawing/2014/main" id="{1F0CE31B-E4B1-4AA4-A1FE-1414A4631F3C}"/>
                    </a:ext>
                  </a:extLst>
                </p:cNvPr>
                <p:cNvSpPr>
                  <a:spLocks noChangeArrowheads="1"/>
                </p:cNvSpPr>
                <p:nvPr/>
              </p:nvSpPr>
              <p:spPr bwMode="auto">
                <a:xfrm>
                  <a:off x="900" y="0"/>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80" name="Group 61">
                  <a:extLst>
                    <a:ext uri="{FF2B5EF4-FFF2-40B4-BE49-F238E27FC236}">
                      <a16:creationId xmlns:a16="http://schemas.microsoft.com/office/drawing/2014/main" id="{CEE8D7F0-5342-43D7-936F-0949DDDF64D3}"/>
                    </a:ext>
                  </a:extLst>
                </p:cNvPr>
                <p:cNvGrpSpPr>
                  <a:grpSpLocks/>
                </p:cNvGrpSpPr>
                <p:nvPr/>
              </p:nvGrpSpPr>
              <p:grpSpPr bwMode="auto">
                <a:xfrm>
                  <a:off x="900" y="0"/>
                  <a:ext cx="300" cy="403"/>
                  <a:chOff x="900" y="0"/>
                  <a:chExt cx="300" cy="403"/>
                </a:xfrm>
              </p:grpSpPr>
              <p:sp>
                <p:nvSpPr>
                  <p:cNvPr id="11481" name="Rectangle 6">
                    <a:extLst>
                      <a:ext uri="{FF2B5EF4-FFF2-40B4-BE49-F238E27FC236}">
                        <a16:creationId xmlns:a16="http://schemas.microsoft.com/office/drawing/2014/main" id="{7722C2B7-A877-4793-8593-2B1B4FF413F3}"/>
                      </a:ext>
                    </a:extLst>
                  </p:cNvPr>
                  <p:cNvSpPr>
                    <a:spLocks noChangeArrowheads="1"/>
                  </p:cNvSpPr>
                  <p:nvPr/>
                </p:nvSpPr>
                <p:spPr bwMode="auto">
                  <a:xfrm>
                    <a:off x="943" y="0"/>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82" name="Rectangle 60">
                    <a:extLst>
                      <a:ext uri="{FF2B5EF4-FFF2-40B4-BE49-F238E27FC236}">
                        <a16:creationId xmlns:a16="http://schemas.microsoft.com/office/drawing/2014/main" id="{E1D74919-D30C-48D9-B7BC-93053AF8C354}"/>
                      </a:ext>
                    </a:extLst>
                  </p:cNvPr>
                  <p:cNvSpPr>
                    <a:spLocks noChangeArrowheads="1"/>
                  </p:cNvSpPr>
                  <p:nvPr/>
                </p:nvSpPr>
                <p:spPr bwMode="auto">
                  <a:xfrm>
                    <a:off x="900" y="0"/>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4" name="Group 67">
                <a:extLst>
                  <a:ext uri="{FF2B5EF4-FFF2-40B4-BE49-F238E27FC236}">
                    <a16:creationId xmlns:a16="http://schemas.microsoft.com/office/drawing/2014/main" id="{2E2589BA-67B0-4BB8-86F5-5B1A5416B02C}"/>
                  </a:ext>
                </a:extLst>
              </p:cNvPr>
              <p:cNvGrpSpPr>
                <a:grpSpLocks/>
              </p:cNvGrpSpPr>
              <p:nvPr/>
            </p:nvGrpSpPr>
            <p:grpSpPr bwMode="auto">
              <a:xfrm>
                <a:off x="1200" y="0"/>
                <a:ext cx="308" cy="403"/>
                <a:chOff x="1200" y="0"/>
                <a:chExt cx="308" cy="403"/>
              </a:xfrm>
            </p:grpSpPr>
            <p:sp>
              <p:nvSpPr>
                <p:cNvPr id="11475" name="Rectangle 66">
                  <a:extLst>
                    <a:ext uri="{FF2B5EF4-FFF2-40B4-BE49-F238E27FC236}">
                      <a16:creationId xmlns:a16="http://schemas.microsoft.com/office/drawing/2014/main" id="{6DCF10B0-0139-47F4-A4CE-5C7C04B2A4F3}"/>
                    </a:ext>
                  </a:extLst>
                </p:cNvPr>
                <p:cNvSpPr>
                  <a:spLocks noChangeArrowheads="1"/>
                </p:cNvSpPr>
                <p:nvPr/>
              </p:nvSpPr>
              <p:spPr bwMode="auto">
                <a:xfrm>
                  <a:off x="1200" y="0"/>
                  <a:ext cx="308"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76" name="Group 65">
                  <a:extLst>
                    <a:ext uri="{FF2B5EF4-FFF2-40B4-BE49-F238E27FC236}">
                      <a16:creationId xmlns:a16="http://schemas.microsoft.com/office/drawing/2014/main" id="{8432E101-BFA5-4629-9615-5444A1C9955F}"/>
                    </a:ext>
                  </a:extLst>
                </p:cNvPr>
                <p:cNvGrpSpPr>
                  <a:grpSpLocks/>
                </p:cNvGrpSpPr>
                <p:nvPr/>
              </p:nvGrpSpPr>
              <p:grpSpPr bwMode="auto">
                <a:xfrm>
                  <a:off x="1200" y="0"/>
                  <a:ext cx="308" cy="403"/>
                  <a:chOff x="1200" y="0"/>
                  <a:chExt cx="308" cy="403"/>
                </a:xfrm>
              </p:grpSpPr>
              <p:sp>
                <p:nvSpPr>
                  <p:cNvPr id="11477" name="Rectangle 7">
                    <a:extLst>
                      <a:ext uri="{FF2B5EF4-FFF2-40B4-BE49-F238E27FC236}">
                        <a16:creationId xmlns:a16="http://schemas.microsoft.com/office/drawing/2014/main" id="{A5785BBC-E6E3-4C49-B797-FE6D5BB66F31}"/>
                      </a:ext>
                    </a:extLst>
                  </p:cNvPr>
                  <p:cNvSpPr>
                    <a:spLocks noChangeArrowheads="1"/>
                  </p:cNvSpPr>
                  <p:nvPr/>
                </p:nvSpPr>
                <p:spPr bwMode="auto">
                  <a:xfrm>
                    <a:off x="1243" y="0"/>
                    <a:ext cx="22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78" name="Rectangle 64">
                    <a:extLst>
                      <a:ext uri="{FF2B5EF4-FFF2-40B4-BE49-F238E27FC236}">
                        <a16:creationId xmlns:a16="http://schemas.microsoft.com/office/drawing/2014/main" id="{5A6A420D-99F9-48E0-BFB1-EA92ADBF62DE}"/>
                      </a:ext>
                    </a:extLst>
                  </p:cNvPr>
                  <p:cNvSpPr>
                    <a:spLocks noChangeArrowheads="1"/>
                  </p:cNvSpPr>
                  <p:nvPr/>
                </p:nvSpPr>
                <p:spPr bwMode="auto">
                  <a:xfrm>
                    <a:off x="1200" y="0"/>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5" name="Group 71">
                <a:extLst>
                  <a:ext uri="{FF2B5EF4-FFF2-40B4-BE49-F238E27FC236}">
                    <a16:creationId xmlns:a16="http://schemas.microsoft.com/office/drawing/2014/main" id="{21E6E246-3993-48D9-9FF9-EFFA17A7F83B}"/>
                  </a:ext>
                </a:extLst>
              </p:cNvPr>
              <p:cNvGrpSpPr>
                <a:grpSpLocks/>
              </p:cNvGrpSpPr>
              <p:nvPr/>
            </p:nvGrpSpPr>
            <p:grpSpPr bwMode="auto">
              <a:xfrm>
                <a:off x="0" y="403"/>
                <a:ext cx="300" cy="403"/>
                <a:chOff x="0" y="403"/>
                <a:chExt cx="300" cy="403"/>
              </a:xfrm>
            </p:grpSpPr>
            <p:sp>
              <p:nvSpPr>
                <p:cNvPr id="11471" name="Rectangle 70">
                  <a:extLst>
                    <a:ext uri="{FF2B5EF4-FFF2-40B4-BE49-F238E27FC236}">
                      <a16:creationId xmlns:a16="http://schemas.microsoft.com/office/drawing/2014/main" id="{9E4C1E57-DDF3-4D55-A829-76E527924BEA}"/>
                    </a:ext>
                  </a:extLst>
                </p:cNvPr>
                <p:cNvSpPr>
                  <a:spLocks noChangeArrowheads="1"/>
                </p:cNvSpPr>
                <p:nvPr/>
              </p:nvSpPr>
              <p:spPr bwMode="auto">
                <a:xfrm>
                  <a:off x="0" y="403"/>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72" name="Group 69">
                  <a:extLst>
                    <a:ext uri="{FF2B5EF4-FFF2-40B4-BE49-F238E27FC236}">
                      <a16:creationId xmlns:a16="http://schemas.microsoft.com/office/drawing/2014/main" id="{4C533012-45DB-4598-96EA-41B588E7F7B9}"/>
                    </a:ext>
                  </a:extLst>
                </p:cNvPr>
                <p:cNvGrpSpPr>
                  <a:grpSpLocks/>
                </p:cNvGrpSpPr>
                <p:nvPr/>
              </p:nvGrpSpPr>
              <p:grpSpPr bwMode="auto">
                <a:xfrm>
                  <a:off x="0" y="403"/>
                  <a:ext cx="300" cy="403"/>
                  <a:chOff x="0" y="403"/>
                  <a:chExt cx="300" cy="403"/>
                </a:xfrm>
              </p:grpSpPr>
              <p:sp>
                <p:nvSpPr>
                  <p:cNvPr id="11473" name="Rectangle 8">
                    <a:extLst>
                      <a:ext uri="{FF2B5EF4-FFF2-40B4-BE49-F238E27FC236}">
                        <a16:creationId xmlns:a16="http://schemas.microsoft.com/office/drawing/2014/main" id="{8C940500-6A6F-419D-BE53-37E63B185DAF}"/>
                      </a:ext>
                    </a:extLst>
                  </p:cNvPr>
                  <p:cNvSpPr>
                    <a:spLocks noChangeArrowheads="1"/>
                  </p:cNvSpPr>
                  <p:nvPr/>
                </p:nvSpPr>
                <p:spPr bwMode="auto">
                  <a:xfrm>
                    <a:off x="43" y="403"/>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74" name="Rectangle 68">
                    <a:extLst>
                      <a:ext uri="{FF2B5EF4-FFF2-40B4-BE49-F238E27FC236}">
                        <a16:creationId xmlns:a16="http://schemas.microsoft.com/office/drawing/2014/main" id="{4C460A02-0C41-4450-991F-C87C1C8D85A4}"/>
                      </a:ext>
                    </a:extLst>
                  </p:cNvPr>
                  <p:cNvSpPr>
                    <a:spLocks noChangeArrowheads="1"/>
                  </p:cNvSpPr>
                  <p:nvPr/>
                </p:nvSpPr>
                <p:spPr bwMode="auto">
                  <a:xfrm>
                    <a:off x="0" y="403"/>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6" name="Group 75">
                <a:extLst>
                  <a:ext uri="{FF2B5EF4-FFF2-40B4-BE49-F238E27FC236}">
                    <a16:creationId xmlns:a16="http://schemas.microsoft.com/office/drawing/2014/main" id="{3D073685-0244-49E8-9068-9DB78C7AA442}"/>
                  </a:ext>
                </a:extLst>
              </p:cNvPr>
              <p:cNvGrpSpPr>
                <a:grpSpLocks/>
              </p:cNvGrpSpPr>
              <p:nvPr/>
            </p:nvGrpSpPr>
            <p:grpSpPr bwMode="auto">
              <a:xfrm>
                <a:off x="300" y="403"/>
                <a:ext cx="300" cy="403"/>
                <a:chOff x="300" y="403"/>
                <a:chExt cx="300" cy="403"/>
              </a:xfrm>
            </p:grpSpPr>
            <p:sp>
              <p:nvSpPr>
                <p:cNvPr id="11467" name="Rectangle 74">
                  <a:extLst>
                    <a:ext uri="{FF2B5EF4-FFF2-40B4-BE49-F238E27FC236}">
                      <a16:creationId xmlns:a16="http://schemas.microsoft.com/office/drawing/2014/main" id="{D06CE957-6347-49F5-9EBD-69E8D4DF29A4}"/>
                    </a:ext>
                  </a:extLst>
                </p:cNvPr>
                <p:cNvSpPr>
                  <a:spLocks noChangeArrowheads="1"/>
                </p:cNvSpPr>
                <p:nvPr/>
              </p:nvSpPr>
              <p:spPr bwMode="auto">
                <a:xfrm>
                  <a:off x="300" y="403"/>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68" name="Group 73">
                  <a:extLst>
                    <a:ext uri="{FF2B5EF4-FFF2-40B4-BE49-F238E27FC236}">
                      <a16:creationId xmlns:a16="http://schemas.microsoft.com/office/drawing/2014/main" id="{88B60FA0-C124-4514-986E-F52981033849}"/>
                    </a:ext>
                  </a:extLst>
                </p:cNvPr>
                <p:cNvGrpSpPr>
                  <a:grpSpLocks/>
                </p:cNvGrpSpPr>
                <p:nvPr/>
              </p:nvGrpSpPr>
              <p:grpSpPr bwMode="auto">
                <a:xfrm>
                  <a:off x="300" y="403"/>
                  <a:ext cx="300" cy="403"/>
                  <a:chOff x="300" y="403"/>
                  <a:chExt cx="300" cy="403"/>
                </a:xfrm>
              </p:grpSpPr>
              <p:sp>
                <p:nvSpPr>
                  <p:cNvPr id="11469" name="Rectangle 9">
                    <a:extLst>
                      <a:ext uri="{FF2B5EF4-FFF2-40B4-BE49-F238E27FC236}">
                        <a16:creationId xmlns:a16="http://schemas.microsoft.com/office/drawing/2014/main" id="{D56EDCAC-ED24-4F42-B8C2-A3CC176FD168}"/>
                      </a:ext>
                    </a:extLst>
                  </p:cNvPr>
                  <p:cNvSpPr>
                    <a:spLocks noChangeArrowheads="1"/>
                  </p:cNvSpPr>
                  <p:nvPr/>
                </p:nvSpPr>
                <p:spPr bwMode="auto">
                  <a:xfrm>
                    <a:off x="343" y="403"/>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70" name="Rectangle 72">
                    <a:extLst>
                      <a:ext uri="{FF2B5EF4-FFF2-40B4-BE49-F238E27FC236}">
                        <a16:creationId xmlns:a16="http://schemas.microsoft.com/office/drawing/2014/main" id="{27EA3C86-9636-4B4D-931C-31F4BFBB342D}"/>
                      </a:ext>
                    </a:extLst>
                  </p:cNvPr>
                  <p:cNvSpPr>
                    <a:spLocks noChangeArrowheads="1"/>
                  </p:cNvSpPr>
                  <p:nvPr/>
                </p:nvSpPr>
                <p:spPr bwMode="auto">
                  <a:xfrm>
                    <a:off x="300" y="403"/>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7" name="Group 79">
                <a:extLst>
                  <a:ext uri="{FF2B5EF4-FFF2-40B4-BE49-F238E27FC236}">
                    <a16:creationId xmlns:a16="http://schemas.microsoft.com/office/drawing/2014/main" id="{E0663BE1-6EE6-410F-8EDC-30A97E15526D}"/>
                  </a:ext>
                </a:extLst>
              </p:cNvPr>
              <p:cNvGrpSpPr>
                <a:grpSpLocks/>
              </p:cNvGrpSpPr>
              <p:nvPr/>
            </p:nvGrpSpPr>
            <p:grpSpPr bwMode="auto">
              <a:xfrm>
                <a:off x="600" y="403"/>
                <a:ext cx="300" cy="403"/>
                <a:chOff x="600" y="403"/>
                <a:chExt cx="300" cy="403"/>
              </a:xfrm>
            </p:grpSpPr>
            <p:sp>
              <p:nvSpPr>
                <p:cNvPr id="11463" name="Rectangle 78">
                  <a:extLst>
                    <a:ext uri="{FF2B5EF4-FFF2-40B4-BE49-F238E27FC236}">
                      <a16:creationId xmlns:a16="http://schemas.microsoft.com/office/drawing/2014/main" id="{AFD5E93C-C16D-45FB-A8D8-FC21EF80C511}"/>
                    </a:ext>
                  </a:extLst>
                </p:cNvPr>
                <p:cNvSpPr>
                  <a:spLocks noChangeArrowheads="1"/>
                </p:cNvSpPr>
                <p:nvPr/>
              </p:nvSpPr>
              <p:spPr bwMode="auto">
                <a:xfrm>
                  <a:off x="600" y="403"/>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64" name="Group 77">
                  <a:extLst>
                    <a:ext uri="{FF2B5EF4-FFF2-40B4-BE49-F238E27FC236}">
                      <a16:creationId xmlns:a16="http://schemas.microsoft.com/office/drawing/2014/main" id="{782E8EF7-FBED-43D6-B4BE-BC4FB5B0A2E2}"/>
                    </a:ext>
                  </a:extLst>
                </p:cNvPr>
                <p:cNvGrpSpPr>
                  <a:grpSpLocks/>
                </p:cNvGrpSpPr>
                <p:nvPr/>
              </p:nvGrpSpPr>
              <p:grpSpPr bwMode="auto">
                <a:xfrm>
                  <a:off x="600" y="403"/>
                  <a:ext cx="300" cy="403"/>
                  <a:chOff x="600" y="403"/>
                  <a:chExt cx="300" cy="403"/>
                </a:xfrm>
              </p:grpSpPr>
              <p:sp>
                <p:nvSpPr>
                  <p:cNvPr id="11465" name="Rectangle 10">
                    <a:extLst>
                      <a:ext uri="{FF2B5EF4-FFF2-40B4-BE49-F238E27FC236}">
                        <a16:creationId xmlns:a16="http://schemas.microsoft.com/office/drawing/2014/main" id="{358D9AE3-BC9E-48CD-B0D5-4FB317A00A6B}"/>
                      </a:ext>
                    </a:extLst>
                  </p:cNvPr>
                  <p:cNvSpPr>
                    <a:spLocks noChangeArrowheads="1"/>
                  </p:cNvSpPr>
                  <p:nvPr/>
                </p:nvSpPr>
                <p:spPr bwMode="auto">
                  <a:xfrm>
                    <a:off x="643" y="403"/>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66" name="Rectangle 76">
                    <a:extLst>
                      <a:ext uri="{FF2B5EF4-FFF2-40B4-BE49-F238E27FC236}">
                        <a16:creationId xmlns:a16="http://schemas.microsoft.com/office/drawing/2014/main" id="{B25A2621-27E9-4DEA-8948-D5E39FE942A9}"/>
                      </a:ext>
                    </a:extLst>
                  </p:cNvPr>
                  <p:cNvSpPr>
                    <a:spLocks noChangeArrowheads="1"/>
                  </p:cNvSpPr>
                  <p:nvPr/>
                </p:nvSpPr>
                <p:spPr bwMode="auto">
                  <a:xfrm>
                    <a:off x="600" y="403"/>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8" name="Group 83">
                <a:extLst>
                  <a:ext uri="{FF2B5EF4-FFF2-40B4-BE49-F238E27FC236}">
                    <a16:creationId xmlns:a16="http://schemas.microsoft.com/office/drawing/2014/main" id="{AEE9369E-C9EE-4B02-891B-5F3F6DEB4774}"/>
                  </a:ext>
                </a:extLst>
              </p:cNvPr>
              <p:cNvGrpSpPr>
                <a:grpSpLocks/>
              </p:cNvGrpSpPr>
              <p:nvPr/>
            </p:nvGrpSpPr>
            <p:grpSpPr bwMode="auto">
              <a:xfrm>
                <a:off x="900" y="403"/>
                <a:ext cx="300" cy="403"/>
                <a:chOff x="900" y="403"/>
                <a:chExt cx="300" cy="403"/>
              </a:xfrm>
            </p:grpSpPr>
            <p:sp>
              <p:nvSpPr>
                <p:cNvPr id="11459" name="Rectangle 82">
                  <a:extLst>
                    <a:ext uri="{FF2B5EF4-FFF2-40B4-BE49-F238E27FC236}">
                      <a16:creationId xmlns:a16="http://schemas.microsoft.com/office/drawing/2014/main" id="{229F0687-68C7-4281-A376-08DC1D2E2A75}"/>
                    </a:ext>
                  </a:extLst>
                </p:cNvPr>
                <p:cNvSpPr>
                  <a:spLocks noChangeArrowheads="1"/>
                </p:cNvSpPr>
                <p:nvPr/>
              </p:nvSpPr>
              <p:spPr bwMode="auto">
                <a:xfrm>
                  <a:off x="900" y="403"/>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60" name="Group 81">
                  <a:extLst>
                    <a:ext uri="{FF2B5EF4-FFF2-40B4-BE49-F238E27FC236}">
                      <a16:creationId xmlns:a16="http://schemas.microsoft.com/office/drawing/2014/main" id="{CCB6E889-8F90-4213-A46A-EB6B5AD83D4C}"/>
                    </a:ext>
                  </a:extLst>
                </p:cNvPr>
                <p:cNvGrpSpPr>
                  <a:grpSpLocks/>
                </p:cNvGrpSpPr>
                <p:nvPr/>
              </p:nvGrpSpPr>
              <p:grpSpPr bwMode="auto">
                <a:xfrm>
                  <a:off x="900" y="403"/>
                  <a:ext cx="300" cy="403"/>
                  <a:chOff x="900" y="403"/>
                  <a:chExt cx="300" cy="403"/>
                </a:xfrm>
              </p:grpSpPr>
              <p:sp>
                <p:nvSpPr>
                  <p:cNvPr id="11461" name="Rectangle 11">
                    <a:extLst>
                      <a:ext uri="{FF2B5EF4-FFF2-40B4-BE49-F238E27FC236}">
                        <a16:creationId xmlns:a16="http://schemas.microsoft.com/office/drawing/2014/main" id="{7A07E371-FE35-40AC-9B5B-5763B782AA98}"/>
                      </a:ext>
                    </a:extLst>
                  </p:cNvPr>
                  <p:cNvSpPr>
                    <a:spLocks noChangeArrowheads="1"/>
                  </p:cNvSpPr>
                  <p:nvPr/>
                </p:nvSpPr>
                <p:spPr bwMode="auto">
                  <a:xfrm>
                    <a:off x="943" y="403"/>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62" name="Rectangle 80">
                    <a:extLst>
                      <a:ext uri="{FF2B5EF4-FFF2-40B4-BE49-F238E27FC236}">
                        <a16:creationId xmlns:a16="http://schemas.microsoft.com/office/drawing/2014/main" id="{E04C623B-74FC-46F0-B8E9-F5567AE5BBA2}"/>
                      </a:ext>
                    </a:extLst>
                  </p:cNvPr>
                  <p:cNvSpPr>
                    <a:spLocks noChangeArrowheads="1"/>
                  </p:cNvSpPr>
                  <p:nvPr/>
                </p:nvSpPr>
                <p:spPr bwMode="auto">
                  <a:xfrm>
                    <a:off x="900" y="403"/>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79" name="Group 87">
                <a:extLst>
                  <a:ext uri="{FF2B5EF4-FFF2-40B4-BE49-F238E27FC236}">
                    <a16:creationId xmlns:a16="http://schemas.microsoft.com/office/drawing/2014/main" id="{C966DE4B-03BE-4A63-A414-AB84B96F06B6}"/>
                  </a:ext>
                </a:extLst>
              </p:cNvPr>
              <p:cNvGrpSpPr>
                <a:grpSpLocks/>
              </p:cNvGrpSpPr>
              <p:nvPr/>
            </p:nvGrpSpPr>
            <p:grpSpPr bwMode="auto">
              <a:xfrm>
                <a:off x="1200" y="403"/>
                <a:ext cx="308" cy="403"/>
                <a:chOff x="1200" y="403"/>
                <a:chExt cx="308" cy="403"/>
              </a:xfrm>
            </p:grpSpPr>
            <p:sp>
              <p:nvSpPr>
                <p:cNvPr id="11455" name="Rectangle 86">
                  <a:extLst>
                    <a:ext uri="{FF2B5EF4-FFF2-40B4-BE49-F238E27FC236}">
                      <a16:creationId xmlns:a16="http://schemas.microsoft.com/office/drawing/2014/main" id="{29289CDB-94A9-4482-AD4B-2067D36F535D}"/>
                    </a:ext>
                  </a:extLst>
                </p:cNvPr>
                <p:cNvSpPr>
                  <a:spLocks noChangeArrowheads="1"/>
                </p:cNvSpPr>
                <p:nvPr/>
              </p:nvSpPr>
              <p:spPr bwMode="auto">
                <a:xfrm>
                  <a:off x="1200" y="403"/>
                  <a:ext cx="308"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56" name="Group 85">
                  <a:extLst>
                    <a:ext uri="{FF2B5EF4-FFF2-40B4-BE49-F238E27FC236}">
                      <a16:creationId xmlns:a16="http://schemas.microsoft.com/office/drawing/2014/main" id="{2EC91B36-E0AE-4E66-8653-E349CB049339}"/>
                    </a:ext>
                  </a:extLst>
                </p:cNvPr>
                <p:cNvGrpSpPr>
                  <a:grpSpLocks/>
                </p:cNvGrpSpPr>
                <p:nvPr/>
              </p:nvGrpSpPr>
              <p:grpSpPr bwMode="auto">
                <a:xfrm>
                  <a:off x="1200" y="403"/>
                  <a:ext cx="308" cy="403"/>
                  <a:chOff x="1200" y="403"/>
                  <a:chExt cx="308" cy="403"/>
                </a:xfrm>
              </p:grpSpPr>
              <p:sp>
                <p:nvSpPr>
                  <p:cNvPr id="11457" name="Rectangle 12">
                    <a:extLst>
                      <a:ext uri="{FF2B5EF4-FFF2-40B4-BE49-F238E27FC236}">
                        <a16:creationId xmlns:a16="http://schemas.microsoft.com/office/drawing/2014/main" id="{F2334948-606F-4C34-AFEB-4A4B46957657}"/>
                      </a:ext>
                    </a:extLst>
                  </p:cNvPr>
                  <p:cNvSpPr>
                    <a:spLocks noChangeArrowheads="1"/>
                  </p:cNvSpPr>
                  <p:nvPr/>
                </p:nvSpPr>
                <p:spPr bwMode="auto">
                  <a:xfrm>
                    <a:off x="1243" y="403"/>
                    <a:ext cx="222"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58" name="Rectangle 84">
                    <a:extLst>
                      <a:ext uri="{FF2B5EF4-FFF2-40B4-BE49-F238E27FC236}">
                        <a16:creationId xmlns:a16="http://schemas.microsoft.com/office/drawing/2014/main" id="{15DC3E25-F2A5-4283-B87D-FF465E4853DD}"/>
                      </a:ext>
                    </a:extLst>
                  </p:cNvPr>
                  <p:cNvSpPr>
                    <a:spLocks noChangeArrowheads="1"/>
                  </p:cNvSpPr>
                  <p:nvPr/>
                </p:nvSpPr>
                <p:spPr bwMode="auto">
                  <a:xfrm>
                    <a:off x="1200" y="403"/>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0" name="Group 91">
                <a:extLst>
                  <a:ext uri="{FF2B5EF4-FFF2-40B4-BE49-F238E27FC236}">
                    <a16:creationId xmlns:a16="http://schemas.microsoft.com/office/drawing/2014/main" id="{5CD9A7D1-D0CF-4983-85BA-171D6138D2B4}"/>
                  </a:ext>
                </a:extLst>
              </p:cNvPr>
              <p:cNvGrpSpPr>
                <a:grpSpLocks/>
              </p:cNvGrpSpPr>
              <p:nvPr/>
            </p:nvGrpSpPr>
            <p:grpSpPr bwMode="auto">
              <a:xfrm>
                <a:off x="0" y="806"/>
                <a:ext cx="300" cy="403"/>
                <a:chOff x="0" y="806"/>
                <a:chExt cx="300" cy="403"/>
              </a:xfrm>
            </p:grpSpPr>
            <p:sp>
              <p:nvSpPr>
                <p:cNvPr id="11451" name="Rectangle 90">
                  <a:extLst>
                    <a:ext uri="{FF2B5EF4-FFF2-40B4-BE49-F238E27FC236}">
                      <a16:creationId xmlns:a16="http://schemas.microsoft.com/office/drawing/2014/main" id="{4A35E845-8218-473A-87DE-667056B53FC4}"/>
                    </a:ext>
                  </a:extLst>
                </p:cNvPr>
                <p:cNvSpPr>
                  <a:spLocks noChangeArrowheads="1"/>
                </p:cNvSpPr>
                <p:nvPr/>
              </p:nvSpPr>
              <p:spPr bwMode="auto">
                <a:xfrm>
                  <a:off x="0" y="806"/>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52" name="Group 89">
                  <a:extLst>
                    <a:ext uri="{FF2B5EF4-FFF2-40B4-BE49-F238E27FC236}">
                      <a16:creationId xmlns:a16="http://schemas.microsoft.com/office/drawing/2014/main" id="{68B9FB11-5F1A-4BAF-AF46-156621881C21}"/>
                    </a:ext>
                  </a:extLst>
                </p:cNvPr>
                <p:cNvGrpSpPr>
                  <a:grpSpLocks/>
                </p:cNvGrpSpPr>
                <p:nvPr/>
              </p:nvGrpSpPr>
              <p:grpSpPr bwMode="auto">
                <a:xfrm>
                  <a:off x="0" y="806"/>
                  <a:ext cx="300" cy="403"/>
                  <a:chOff x="0" y="806"/>
                  <a:chExt cx="300" cy="403"/>
                </a:xfrm>
              </p:grpSpPr>
              <p:sp>
                <p:nvSpPr>
                  <p:cNvPr id="11453" name="Rectangle 13">
                    <a:extLst>
                      <a:ext uri="{FF2B5EF4-FFF2-40B4-BE49-F238E27FC236}">
                        <a16:creationId xmlns:a16="http://schemas.microsoft.com/office/drawing/2014/main" id="{0653CA94-494B-4DC5-BD9E-028BE7240230}"/>
                      </a:ext>
                    </a:extLst>
                  </p:cNvPr>
                  <p:cNvSpPr>
                    <a:spLocks noChangeArrowheads="1"/>
                  </p:cNvSpPr>
                  <p:nvPr/>
                </p:nvSpPr>
                <p:spPr bwMode="auto">
                  <a:xfrm>
                    <a:off x="43" y="806"/>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54" name="Rectangle 88">
                    <a:extLst>
                      <a:ext uri="{FF2B5EF4-FFF2-40B4-BE49-F238E27FC236}">
                        <a16:creationId xmlns:a16="http://schemas.microsoft.com/office/drawing/2014/main" id="{068C01AE-891D-4681-A2A4-087B8EA568F3}"/>
                      </a:ext>
                    </a:extLst>
                  </p:cNvPr>
                  <p:cNvSpPr>
                    <a:spLocks noChangeArrowheads="1"/>
                  </p:cNvSpPr>
                  <p:nvPr/>
                </p:nvSpPr>
                <p:spPr bwMode="auto">
                  <a:xfrm>
                    <a:off x="0" y="806"/>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1" name="Group 95">
                <a:extLst>
                  <a:ext uri="{FF2B5EF4-FFF2-40B4-BE49-F238E27FC236}">
                    <a16:creationId xmlns:a16="http://schemas.microsoft.com/office/drawing/2014/main" id="{11ED2894-0877-4320-B54B-74D5E7C9812E}"/>
                  </a:ext>
                </a:extLst>
              </p:cNvPr>
              <p:cNvGrpSpPr>
                <a:grpSpLocks/>
              </p:cNvGrpSpPr>
              <p:nvPr/>
            </p:nvGrpSpPr>
            <p:grpSpPr bwMode="auto">
              <a:xfrm>
                <a:off x="300" y="806"/>
                <a:ext cx="300" cy="403"/>
                <a:chOff x="300" y="806"/>
                <a:chExt cx="300" cy="403"/>
              </a:xfrm>
            </p:grpSpPr>
            <p:sp>
              <p:nvSpPr>
                <p:cNvPr id="11447" name="Rectangle 94">
                  <a:extLst>
                    <a:ext uri="{FF2B5EF4-FFF2-40B4-BE49-F238E27FC236}">
                      <a16:creationId xmlns:a16="http://schemas.microsoft.com/office/drawing/2014/main" id="{E76FF4ED-E0C2-4B36-8EA3-89F5DD0997EA}"/>
                    </a:ext>
                  </a:extLst>
                </p:cNvPr>
                <p:cNvSpPr>
                  <a:spLocks noChangeArrowheads="1"/>
                </p:cNvSpPr>
                <p:nvPr/>
              </p:nvSpPr>
              <p:spPr bwMode="auto">
                <a:xfrm>
                  <a:off x="300" y="806"/>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48" name="Group 93">
                  <a:extLst>
                    <a:ext uri="{FF2B5EF4-FFF2-40B4-BE49-F238E27FC236}">
                      <a16:creationId xmlns:a16="http://schemas.microsoft.com/office/drawing/2014/main" id="{4ABA914E-01A3-47C1-A386-F2BE16A650D9}"/>
                    </a:ext>
                  </a:extLst>
                </p:cNvPr>
                <p:cNvGrpSpPr>
                  <a:grpSpLocks/>
                </p:cNvGrpSpPr>
                <p:nvPr/>
              </p:nvGrpSpPr>
              <p:grpSpPr bwMode="auto">
                <a:xfrm>
                  <a:off x="300" y="806"/>
                  <a:ext cx="300" cy="403"/>
                  <a:chOff x="300" y="806"/>
                  <a:chExt cx="300" cy="403"/>
                </a:xfrm>
              </p:grpSpPr>
              <p:sp>
                <p:nvSpPr>
                  <p:cNvPr id="11449" name="Rectangle 14">
                    <a:extLst>
                      <a:ext uri="{FF2B5EF4-FFF2-40B4-BE49-F238E27FC236}">
                        <a16:creationId xmlns:a16="http://schemas.microsoft.com/office/drawing/2014/main" id="{74E37A7C-1D5A-497C-8E24-897446765088}"/>
                      </a:ext>
                    </a:extLst>
                  </p:cNvPr>
                  <p:cNvSpPr>
                    <a:spLocks noChangeArrowheads="1"/>
                  </p:cNvSpPr>
                  <p:nvPr/>
                </p:nvSpPr>
                <p:spPr bwMode="auto">
                  <a:xfrm>
                    <a:off x="343" y="806"/>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50" name="Rectangle 92">
                    <a:extLst>
                      <a:ext uri="{FF2B5EF4-FFF2-40B4-BE49-F238E27FC236}">
                        <a16:creationId xmlns:a16="http://schemas.microsoft.com/office/drawing/2014/main" id="{1927FD39-EB01-4C44-B040-BAD6BB263544}"/>
                      </a:ext>
                    </a:extLst>
                  </p:cNvPr>
                  <p:cNvSpPr>
                    <a:spLocks noChangeArrowheads="1"/>
                  </p:cNvSpPr>
                  <p:nvPr/>
                </p:nvSpPr>
                <p:spPr bwMode="auto">
                  <a:xfrm>
                    <a:off x="300" y="806"/>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2" name="Group 99">
                <a:extLst>
                  <a:ext uri="{FF2B5EF4-FFF2-40B4-BE49-F238E27FC236}">
                    <a16:creationId xmlns:a16="http://schemas.microsoft.com/office/drawing/2014/main" id="{3A491CC0-04E7-4FE1-A750-0021027E791A}"/>
                  </a:ext>
                </a:extLst>
              </p:cNvPr>
              <p:cNvGrpSpPr>
                <a:grpSpLocks/>
              </p:cNvGrpSpPr>
              <p:nvPr/>
            </p:nvGrpSpPr>
            <p:grpSpPr bwMode="auto">
              <a:xfrm>
                <a:off x="600" y="806"/>
                <a:ext cx="300" cy="403"/>
                <a:chOff x="600" y="806"/>
                <a:chExt cx="300" cy="403"/>
              </a:xfrm>
            </p:grpSpPr>
            <p:sp>
              <p:nvSpPr>
                <p:cNvPr id="11443" name="Rectangle 98">
                  <a:extLst>
                    <a:ext uri="{FF2B5EF4-FFF2-40B4-BE49-F238E27FC236}">
                      <a16:creationId xmlns:a16="http://schemas.microsoft.com/office/drawing/2014/main" id="{210050EB-458E-4200-B553-4C13819075D5}"/>
                    </a:ext>
                  </a:extLst>
                </p:cNvPr>
                <p:cNvSpPr>
                  <a:spLocks noChangeArrowheads="1"/>
                </p:cNvSpPr>
                <p:nvPr/>
              </p:nvSpPr>
              <p:spPr bwMode="auto">
                <a:xfrm>
                  <a:off x="600" y="806"/>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44" name="Group 97">
                  <a:extLst>
                    <a:ext uri="{FF2B5EF4-FFF2-40B4-BE49-F238E27FC236}">
                      <a16:creationId xmlns:a16="http://schemas.microsoft.com/office/drawing/2014/main" id="{9A84C882-31C9-4C90-9278-941340AF466B}"/>
                    </a:ext>
                  </a:extLst>
                </p:cNvPr>
                <p:cNvGrpSpPr>
                  <a:grpSpLocks/>
                </p:cNvGrpSpPr>
                <p:nvPr/>
              </p:nvGrpSpPr>
              <p:grpSpPr bwMode="auto">
                <a:xfrm>
                  <a:off x="600" y="806"/>
                  <a:ext cx="300" cy="403"/>
                  <a:chOff x="600" y="806"/>
                  <a:chExt cx="300" cy="403"/>
                </a:xfrm>
              </p:grpSpPr>
              <p:sp>
                <p:nvSpPr>
                  <p:cNvPr id="11445" name="Rectangle 15">
                    <a:extLst>
                      <a:ext uri="{FF2B5EF4-FFF2-40B4-BE49-F238E27FC236}">
                        <a16:creationId xmlns:a16="http://schemas.microsoft.com/office/drawing/2014/main" id="{831D4AFA-558C-4826-A0E2-2E984D75D471}"/>
                      </a:ext>
                    </a:extLst>
                  </p:cNvPr>
                  <p:cNvSpPr>
                    <a:spLocks noChangeArrowheads="1"/>
                  </p:cNvSpPr>
                  <p:nvPr/>
                </p:nvSpPr>
                <p:spPr bwMode="auto">
                  <a:xfrm>
                    <a:off x="643" y="806"/>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46" name="Rectangle 96">
                    <a:extLst>
                      <a:ext uri="{FF2B5EF4-FFF2-40B4-BE49-F238E27FC236}">
                        <a16:creationId xmlns:a16="http://schemas.microsoft.com/office/drawing/2014/main" id="{4D0AF993-8BEF-45D7-A69F-90B697C93A1B}"/>
                      </a:ext>
                    </a:extLst>
                  </p:cNvPr>
                  <p:cNvSpPr>
                    <a:spLocks noChangeArrowheads="1"/>
                  </p:cNvSpPr>
                  <p:nvPr/>
                </p:nvSpPr>
                <p:spPr bwMode="auto">
                  <a:xfrm>
                    <a:off x="600" y="806"/>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3" name="Group 103">
                <a:extLst>
                  <a:ext uri="{FF2B5EF4-FFF2-40B4-BE49-F238E27FC236}">
                    <a16:creationId xmlns:a16="http://schemas.microsoft.com/office/drawing/2014/main" id="{27E7472B-1023-4939-AEDB-3521950E3920}"/>
                  </a:ext>
                </a:extLst>
              </p:cNvPr>
              <p:cNvGrpSpPr>
                <a:grpSpLocks/>
              </p:cNvGrpSpPr>
              <p:nvPr/>
            </p:nvGrpSpPr>
            <p:grpSpPr bwMode="auto">
              <a:xfrm>
                <a:off x="900" y="806"/>
                <a:ext cx="300" cy="403"/>
                <a:chOff x="900" y="806"/>
                <a:chExt cx="300" cy="403"/>
              </a:xfrm>
            </p:grpSpPr>
            <p:sp>
              <p:nvSpPr>
                <p:cNvPr id="11439" name="Rectangle 102">
                  <a:extLst>
                    <a:ext uri="{FF2B5EF4-FFF2-40B4-BE49-F238E27FC236}">
                      <a16:creationId xmlns:a16="http://schemas.microsoft.com/office/drawing/2014/main" id="{D089345F-E9AD-4D48-9A55-1F8C516FF63D}"/>
                    </a:ext>
                  </a:extLst>
                </p:cNvPr>
                <p:cNvSpPr>
                  <a:spLocks noChangeArrowheads="1"/>
                </p:cNvSpPr>
                <p:nvPr/>
              </p:nvSpPr>
              <p:spPr bwMode="auto">
                <a:xfrm>
                  <a:off x="900" y="806"/>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40" name="Group 101">
                  <a:extLst>
                    <a:ext uri="{FF2B5EF4-FFF2-40B4-BE49-F238E27FC236}">
                      <a16:creationId xmlns:a16="http://schemas.microsoft.com/office/drawing/2014/main" id="{1C3C552F-7441-44C2-BBF3-20A48411E138}"/>
                    </a:ext>
                  </a:extLst>
                </p:cNvPr>
                <p:cNvGrpSpPr>
                  <a:grpSpLocks/>
                </p:cNvGrpSpPr>
                <p:nvPr/>
              </p:nvGrpSpPr>
              <p:grpSpPr bwMode="auto">
                <a:xfrm>
                  <a:off x="900" y="806"/>
                  <a:ext cx="300" cy="403"/>
                  <a:chOff x="900" y="806"/>
                  <a:chExt cx="300" cy="403"/>
                </a:xfrm>
              </p:grpSpPr>
              <p:sp>
                <p:nvSpPr>
                  <p:cNvPr id="11441" name="Rectangle 16">
                    <a:extLst>
                      <a:ext uri="{FF2B5EF4-FFF2-40B4-BE49-F238E27FC236}">
                        <a16:creationId xmlns:a16="http://schemas.microsoft.com/office/drawing/2014/main" id="{223127D6-F72D-425D-A9FE-1838B0F4B37F}"/>
                      </a:ext>
                    </a:extLst>
                  </p:cNvPr>
                  <p:cNvSpPr>
                    <a:spLocks noChangeArrowheads="1"/>
                  </p:cNvSpPr>
                  <p:nvPr/>
                </p:nvSpPr>
                <p:spPr bwMode="auto">
                  <a:xfrm>
                    <a:off x="943" y="806"/>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42" name="Rectangle 100">
                    <a:extLst>
                      <a:ext uri="{FF2B5EF4-FFF2-40B4-BE49-F238E27FC236}">
                        <a16:creationId xmlns:a16="http://schemas.microsoft.com/office/drawing/2014/main" id="{F7B415DB-5A6C-4793-8025-8B91BC9C7A7B}"/>
                      </a:ext>
                    </a:extLst>
                  </p:cNvPr>
                  <p:cNvSpPr>
                    <a:spLocks noChangeArrowheads="1"/>
                  </p:cNvSpPr>
                  <p:nvPr/>
                </p:nvSpPr>
                <p:spPr bwMode="auto">
                  <a:xfrm>
                    <a:off x="900" y="806"/>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4" name="Group 107">
                <a:extLst>
                  <a:ext uri="{FF2B5EF4-FFF2-40B4-BE49-F238E27FC236}">
                    <a16:creationId xmlns:a16="http://schemas.microsoft.com/office/drawing/2014/main" id="{5D36D8D9-8FE8-414B-84B3-BE4DE10EE76C}"/>
                  </a:ext>
                </a:extLst>
              </p:cNvPr>
              <p:cNvGrpSpPr>
                <a:grpSpLocks/>
              </p:cNvGrpSpPr>
              <p:nvPr/>
            </p:nvGrpSpPr>
            <p:grpSpPr bwMode="auto">
              <a:xfrm>
                <a:off x="1200" y="806"/>
                <a:ext cx="308" cy="403"/>
                <a:chOff x="1200" y="806"/>
                <a:chExt cx="308" cy="403"/>
              </a:xfrm>
            </p:grpSpPr>
            <p:sp>
              <p:nvSpPr>
                <p:cNvPr id="11435" name="Rectangle 106">
                  <a:extLst>
                    <a:ext uri="{FF2B5EF4-FFF2-40B4-BE49-F238E27FC236}">
                      <a16:creationId xmlns:a16="http://schemas.microsoft.com/office/drawing/2014/main" id="{4459D8D5-6571-4B16-AEB6-0C589A38AD1A}"/>
                    </a:ext>
                  </a:extLst>
                </p:cNvPr>
                <p:cNvSpPr>
                  <a:spLocks noChangeArrowheads="1"/>
                </p:cNvSpPr>
                <p:nvPr/>
              </p:nvSpPr>
              <p:spPr bwMode="auto">
                <a:xfrm>
                  <a:off x="1200" y="806"/>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36" name="Group 105">
                  <a:extLst>
                    <a:ext uri="{FF2B5EF4-FFF2-40B4-BE49-F238E27FC236}">
                      <a16:creationId xmlns:a16="http://schemas.microsoft.com/office/drawing/2014/main" id="{4C9576B5-C068-4D10-8EF7-ED417C67B2FA}"/>
                    </a:ext>
                  </a:extLst>
                </p:cNvPr>
                <p:cNvGrpSpPr>
                  <a:grpSpLocks/>
                </p:cNvGrpSpPr>
                <p:nvPr/>
              </p:nvGrpSpPr>
              <p:grpSpPr bwMode="auto">
                <a:xfrm>
                  <a:off x="1200" y="806"/>
                  <a:ext cx="308" cy="403"/>
                  <a:chOff x="1200" y="806"/>
                  <a:chExt cx="308" cy="403"/>
                </a:xfrm>
              </p:grpSpPr>
              <p:sp>
                <p:nvSpPr>
                  <p:cNvPr id="11437" name="Rectangle 17">
                    <a:extLst>
                      <a:ext uri="{FF2B5EF4-FFF2-40B4-BE49-F238E27FC236}">
                        <a16:creationId xmlns:a16="http://schemas.microsoft.com/office/drawing/2014/main" id="{233F976B-5C10-43E5-94F3-6F5001BEFFD6}"/>
                      </a:ext>
                    </a:extLst>
                  </p:cNvPr>
                  <p:cNvSpPr>
                    <a:spLocks noChangeArrowheads="1"/>
                  </p:cNvSpPr>
                  <p:nvPr/>
                </p:nvSpPr>
                <p:spPr bwMode="auto">
                  <a:xfrm>
                    <a:off x="1243" y="806"/>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28490"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000" b="1">
                        <a:solidFill>
                          <a:srgbClr val="FF0000"/>
                        </a:solidFill>
                      </a:rPr>
                      <a:t>D</a:t>
                    </a:r>
                    <a:endParaRPr lang="ro-RO" altLang="ro-RO" sz="1000" b="1"/>
                  </a:p>
                  <a:p>
                    <a:pPr>
                      <a:spcBef>
                        <a:spcPct val="0"/>
                      </a:spcBef>
                      <a:buFontTx/>
                      <a:buNone/>
                    </a:pPr>
                    <a:endParaRPr lang="ro-RO" altLang="ro-RO" sz="2400"/>
                  </a:p>
                </p:txBody>
              </p:sp>
              <p:sp>
                <p:nvSpPr>
                  <p:cNvPr id="11438" name="Rectangle 104">
                    <a:extLst>
                      <a:ext uri="{FF2B5EF4-FFF2-40B4-BE49-F238E27FC236}">
                        <a16:creationId xmlns:a16="http://schemas.microsoft.com/office/drawing/2014/main" id="{23567145-FAB5-4389-9703-D02230BF06BE}"/>
                      </a:ext>
                    </a:extLst>
                  </p:cNvPr>
                  <p:cNvSpPr>
                    <a:spLocks noChangeArrowheads="1"/>
                  </p:cNvSpPr>
                  <p:nvPr/>
                </p:nvSpPr>
                <p:spPr bwMode="auto">
                  <a:xfrm>
                    <a:off x="1200" y="806"/>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5" name="Group 111">
                <a:extLst>
                  <a:ext uri="{FF2B5EF4-FFF2-40B4-BE49-F238E27FC236}">
                    <a16:creationId xmlns:a16="http://schemas.microsoft.com/office/drawing/2014/main" id="{9146389F-B13F-4094-80A6-5674D5B2414C}"/>
                  </a:ext>
                </a:extLst>
              </p:cNvPr>
              <p:cNvGrpSpPr>
                <a:grpSpLocks/>
              </p:cNvGrpSpPr>
              <p:nvPr/>
            </p:nvGrpSpPr>
            <p:grpSpPr bwMode="auto">
              <a:xfrm>
                <a:off x="0" y="1209"/>
                <a:ext cx="300" cy="403"/>
                <a:chOff x="0" y="1209"/>
                <a:chExt cx="300" cy="403"/>
              </a:xfrm>
            </p:grpSpPr>
            <p:sp>
              <p:nvSpPr>
                <p:cNvPr id="11431" name="Rectangle 110">
                  <a:extLst>
                    <a:ext uri="{FF2B5EF4-FFF2-40B4-BE49-F238E27FC236}">
                      <a16:creationId xmlns:a16="http://schemas.microsoft.com/office/drawing/2014/main" id="{E1056996-EC53-40D1-9271-F94E0CD8BA09}"/>
                    </a:ext>
                  </a:extLst>
                </p:cNvPr>
                <p:cNvSpPr>
                  <a:spLocks noChangeArrowheads="1"/>
                </p:cNvSpPr>
                <p:nvPr/>
              </p:nvSpPr>
              <p:spPr bwMode="auto">
                <a:xfrm>
                  <a:off x="0" y="1209"/>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32" name="Group 109">
                  <a:extLst>
                    <a:ext uri="{FF2B5EF4-FFF2-40B4-BE49-F238E27FC236}">
                      <a16:creationId xmlns:a16="http://schemas.microsoft.com/office/drawing/2014/main" id="{B7E947D7-0C65-4987-8CC0-747D546D9A40}"/>
                    </a:ext>
                  </a:extLst>
                </p:cNvPr>
                <p:cNvGrpSpPr>
                  <a:grpSpLocks/>
                </p:cNvGrpSpPr>
                <p:nvPr/>
              </p:nvGrpSpPr>
              <p:grpSpPr bwMode="auto">
                <a:xfrm>
                  <a:off x="0" y="1209"/>
                  <a:ext cx="300" cy="403"/>
                  <a:chOff x="0" y="1209"/>
                  <a:chExt cx="300" cy="403"/>
                </a:xfrm>
              </p:grpSpPr>
              <p:sp>
                <p:nvSpPr>
                  <p:cNvPr id="11433" name="Rectangle 18">
                    <a:extLst>
                      <a:ext uri="{FF2B5EF4-FFF2-40B4-BE49-F238E27FC236}">
                        <a16:creationId xmlns:a16="http://schemas.microsoft.com/office/drawing/2014/main" id="{03626E34-0A20-4FD4-9D1D-2D69E890D08A}"/>
                      </a:ext>
                    </a:extLst>
                  </p:cNvPr>
                  <p:cNvSpPr>
                    <a:spLocks noChangeArrowheads="1"/>
                  </p:cNvSpPr>
                  <p:nvPr/>
                </p:nvSpPr>
                <p:spPr bwMode="auto">
                  <a:xfrm>
                    <a:off x="43" y="1209"/>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34" name="Rectangle 108">
                    <a:extLst>
                      <a:ext uri="{FF2B5EF4-FFF2-40B4-BE49-F238E27FC236}">
                        <a16:creationId xmlns:a16="http://schemas.microsoft.com/office/drawing/2014/main" id="{CC14C102-E9A7-48CA-BAD0-6793C8965ECB}"/>
                      </a:ext>
                    </a:extLst>
                  </p:cNvPr>
                  <p:cNvSpPr>
                    <a:spLocks noChangeArrowheads="1"/>
                  </p:cNvSpPr>
                  <p:nvPr/>
                </p:nvSpPr>
                <p:spPr bwMode="auto">
                  <a:xfrm>
                    <a:off x="0" y="1209"/>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6" name="Group 115">
                <a:extLst>
                  <a:ext uri="{FF2B5EF4-FFF2-40B4-BE49-F238E27FC236}">
                    <a16:creationId xmlns:a16="http://schemas.microsoft.com/office/drawing/2014/main" id="{D047CA01-6464-4364-BCF2-1769B4C4FB8C}"/>
                  </a:ext>
                </a:extLst>
              </p:cNvPr>
              <p:cNvGrpSpPr>
                <a:grpSpLocks/>
              </p:cNvGrpSpPr>
              <p:nvPr/>
            </p:nvGrpSpPr>
            <p:grpSpPr bwMode="auto">
              <a:xfrm>
                <a:off x="300" y="1209"/>
                <a:ext cx="300" cy="403"/>
                <a:chOff x="300" y="1209"/>
                <a:chExt cx="300" cy="403"/>
              </a:xfrm>
            </p:grpSpPr>
            <p:sp>
              <p:nvSpPr>
                <p:cNvPr id="11427" name="Rectangle 114">
                  <a:extLst>
                    <a:ext uri="{FF2B5EF4-FFF2-40B4-BE49-F238E27FC236}">
                      <a16:creationId xmlns:a16="http://schemas.microsoft.com/office/drawing/2014/main" id="{1A7557CC-D76A-47C5-A4E4-708350D470BE}"/>
                    </a:ext>
                  </a:extLst>
                </p:cNvPr>
                <p:cNvSpPr>
                  <a:spLocks noChangeArrowheads="1"/>
                </p:cNvSpPr>
                <p:nvPr/>
              </p:nvSpPr>
              <p:spPr bwMode="auto">
                <a:xfrm>
                  <a:off x="300" y="1209"/>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28" name="Group 113">
                  <a:extLst>
                    <a:ext uri="{FF2B5EF4-FFF2-40B4-BE49-F238E27FC236}">
                      <a16:creationId xmlns:a16="http://schemas.microsoft.com/office/drawing/2014/main" id="{5505B1D6-D3B4-40A9-B4FD-A8193A243FF5}"/>
                    </a:ext>
                  </a:extLst>
                </p:cNvPr>
                <p:cNvGrpSpPr>
                  <a:grpSpLocks/>
                </p:cNvGrpSpPr>
                <p:nvPr/>
              </p:nvGrpSpPr>
              <p:grpSpPr bwMode="auto">
                <a:xfrm>
                  <a:off x="300" y="1209"/>
                  <a:ext cx="300" cy="403"/>
                  <a:chOff x="300" y="1209"/>
                  <a:chExt cx="300" cy="403"/>
                </a:xfrm>
              </p:grpSpPr>
              <p:sp>
                <p:nvSpPr>
                  <p:cNvPr id="11429" name="Rectangle 19">
                    <a:extLst>
                      <a:ext uri="{FF2B5EF4-FFF2-40B4-BE49-F238E27FC236}">
                        <a16:creationId xmlns:a16="http://schemas.microsoft.com/office/drawing/2014/main" id="{F65605E6-A18C-4B34-939C-34C9A58C8626}"/>
                      </a:ext>
                    </a:extLst>
                  </p:cNvPr>
                  <p:cNvSpPr>
                    <a:spLocks noChangeArrowheads="1"/>
                  </p:cNvSpPr>
                  <p:nvPr/>
                </p:nvSpPr>
                <p:spPr bwMode="auto">
                  <a:xfrm>
                    <a:off x="343" y="1209"/>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30" name="Rectangle 112">
                    <a:extLst>
                      <a:ext uri="{FF2B5EF4-FFF2-40B4-BE49-F238E27FC236}">
                        <a16:creationId xmlns:a16="http://schemas.microsoft.com/office/drawing/2014/main" id="{494B8F4D-466B-4CB7-A78B-A0C559E979B6}"/>
                      </a:ext>
                    </a:extLst>
                  </p:cNvPr>
                  <p:cNvSpPr>
                    <a:spLocks noChangeArrowheads="1"/>
                  </p:cNvSpPr>
                  <p:nvPr/>
                </p:nvSpPr>
                <p:spPr bwMode="auto">
                  <a:xfrm>
                    <a:off x="300" y="1209"/>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7" name="Group 119">
                <a:extLst>
                  <a:ext uri="{FF2B5EF4-FFF2-40B4-BE49-F238E27FC236}">
                    <a16:creationId xmlns:a16="http://schemas.microsoft.com/office/drawing/2014/main" id="{CCB82CF6-C935-4908-8485-CA75E611530D}"/>
                  </a:ext>
                </a:extLst>
              </p:cNvPr>
              <p:cNvGrpSpPr>
                <a:grpSpLocks/>
              </p:cNvGrpSpPr>
              <p:nvPr/>
            </p:nvGrpSpPr>
            <p:grpSpPr bwMode="auto">
              <a:xfrm>
                <a:off x="600" y="1209"/>
                <a:ext cx="300" cy="403"/>
                <a:chOff x="600" y="1209"/>
                <a:chExt cx="300" cy="403"/>
              </a:xfrm>
            </p:grpSpPr>
            <p:sp>
              <p:nvSpPr>
                <p:cNvPr id="11423" name="Rectangle 118">
                  <a:extLst>
                    <a:ext uri="{FF2B5EF4-FFF2-40B4-BE49-F238E27FC236}">
                      <a16:creationId xmlns:a16="http://schemas.microsoft.com/office/drawing/2014/main" id="{613A891E-066A-4FD0-9926-224F73C06CDC}"/>
                    </a:ext>
                  </a:extLst>
                </p:cNvPr>
                <p:cNvSpPr>
                  <a:spLocks noChangeArrowheads="1"/>
                </p:cNvSpPr>
                <p:nvPr/>
              </p:nvSpPr>
              <p:spPr bwMode="auto">
                <a:xfrm>
                  <a:off x="600" y="1209"/>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24" name="Group 117">
                  <a:extLst>
                    <a:ext uri="{FF2B5EF4-FFF2-40B4-BE49-F238E27FC236}">
                      <a16:creationId xmlns:a16="http://schemas.microsoft.com/office/drawing/2014/main" id="{81F074E8-8AB8-466A-AD76-11A08F18D6AC}"/>
                    </a:ext>
                  </a:extLst>
                </p:cNvPr>
                <p:cNvGrpSpPr>
                  <a:grpSpLocks/>
                </p:cNvGrpSpPr>
                <p:nvPr/>
              </p:nvGrpSpPr>
              <p:grpSpPr bwMode="auto">
                <a:xfrm>
                  <a:off x="600" y="1209"/>
                  <a:ext cx="300" cy="403"/>
                  <a:chOff x="600" y="1209"/>
                  <a:chExt cx="300" cy="403"/>
                </a:xfrm>
              </p:grpSpPr>
              <p:sp>
                <p:nvSpPr>
                  <p:cNvPr id="11425" name="Rectangle 20">
                    <a:extLst>
                      <a:ext uri="{FF2B5EF4-FFF2-40B4-BE49-F238E27FC236}">
                        <a16:creationId xmlns:a16="http://schemas.microsoft.com/office/drawing/2014/main" id="{3D610708-101D-499F-9FAB-C31583998CEA}"/>
                      </a:ext>
                    </a:extLst>
                  </p:cNvPr>
                  <p:cNvSpPr>
                    <a:spLocks noChangeArrowheads="1"/>
                  </p:cNvSpPr>
                  <p:nvPr/>
                </p:nvSpPr>
                <p:spPr bwMode="auto">
                  <a:xfrm>
                    <a:off x="643" y="1209"/>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26" name="Rectangle 116">
                    <a:extLst>
                      <a:ext uri="{FF2B5EF4-FFF2-40B4-BE49-F238E27FC236}">
                        <a16:creationId xmlns:a16="http://schemas.microsoft.com/office/drawing/2014/main" id="{23123EF3-860A-4BD9-9DFF-27BCCF56C55E}"/>
                      </a:ext>
                    </a:extLst>
                  </p:cNvPr>
                  <p:cNvSpPr>
                    <a:spLocks noChangeArrowheads="1"/>
                  </p:cNvSpPr>
                  <p:nvPr/>
                </p:nvSpPr>
                <p:spPr bwMode="auto">
                  <a:xfrm>
                    <a:off x="600" y="1209"/>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8" name="Group 123">
                <a:extLst>
                  <a:ext uri="{FF2B5EF4-FFF2-40B4-BE49-F238E27FC236}">
                    <a16:creationId xmlns:a16="http://schemas.microsoft.com/office/drawing/2014/main" id="{180A299A-428C-48E7-A26B-CAC239294C28}"/>
                  </a:ext>
                </a:extLst>
              </p:cNvPr>
              <p:cNvGrpSpPr>
                <a:grpSpLocks/>
              </p:cNvGrpSpPr>
              <p:nvPr/>
            </p:nvGrpSpPr>
            <p:grpSpPr bwMode="auto">
              <a:xfrm>
                <a:off x="900" y="1209"/>
                <a:ext cx="300" cy="403"/>
                <a:chOff x="900" y="1209"/>
                <a:chExt cx="300" cy="403"/>
              </a:xfrm>
            </p:grpSpPr>
            <p:sp>
              <p:nvSpPr>
                <p:cNvPr id="11419" name="Rectangle 122">
                  <a:extLst>
                    <a:ext uri="{FF2B5EF4-FFF2-40B4-BE49-F238E27FC236}">
                      <a16:creationId xmlns:a16="http://schemas.microsoft.com/office/drawing/2014/main" id="{F24FC66D-FBB4-43C8-8605-34577A6DD2B9}"/>
                    </a:ext>
                  </a:extLst>
                </p:cNvPr>
                <p:cNvSpPr>
                  <a:spLocks noChangeArrowheads="1"/>
                </p:cNvSpPr>
                <p:nvPr/>
              </p:nvSpPr>
              <p:spPr bwMode="auto">
                <a:xfrm>
                  <a:off x="900" y="1209"/>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20" name="Group 121">
                  <a:extLst>
                    <a:ext uri="{FF2B5EF4-FFF2-40B4-BE49-F238E27FC236}">
                      <a16:creationId xmlns:a16="http://schemas.microsoft.com/office/drawing/2014/main" id="{72104319-961B-4898-AF70-C5BFE75C005F}"/>
                    </a:ext>
                  </a:extLst>
                </p:cNvPr>
                <p:cNvGrpSpPr>
                  <a:grpSpLocks/>
                </p:cNvGrpSpPr>
                <p:nvPr/>
              </p:nvGrpSpPr>
              <p:grpSpPr bwMode="auto">
                <a:xfrm>
                  <a:off x="900" y="1209"/>
                  <a:ext cx="300" cy="403"/>
                  <a:chOff x="900" y="1209"/>
                  <a:chExt cx="300" cy="403"/>
                </a:xfrm>
              </p:grpSpPr>
              <p:sp>
                <p:nvSpPr>
                  <p:cNvPr id="11421" name="Rectangle 21">
                    <a:extLst>
                      <a:ext uri="{FF2B5EF4-FFF2-40B4-BE49-F238E27FC236}">
                        <a16:creationId xmlns:a16="http://schemas.microsoft.com/office/drawing/2014/main" id="{16991096-EA42-44E5-BD29-FA388C92A27F}"/>
                      </a:ext>
                    </a:extLst>
                  </p:cNvPr>
                  <p:cNvSpPr>
                    <a:spLocks noChangeArrowheads="1"/>
                  </p:cNvSpPr>
                  <p:nvPr/>
                </p:nvSpPr>
                <p:spPr bwMode="auto">
                  <a:xfrm>
                    <a:off x="943" y="1209"/>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22" name="Rectangle 120">
                    <a:extLst>
                      <a:ext uri="{FF2B5EF4-FFF2-40B4-BE49-F238E27FC236}">
                        <a16:creationId xmlns:a16="http://schemas.microsoft.com/office/drawing/2014/main" id="{51C275A4-7BB9-4F5A-9026-EE0E42D19073}"/>
                      </a:ext>
                    </a:extLst>
                  </p:cNvPr>
                  <p:cNvSpPr>
                    <a:spLocks noChangeArrowheads="1"/>
                  </p:cNvSpPr>
                  <p:nvPr/>
                </p:nvSpPr>
                <p:spPr bwMode="auto">
                  <a:xfrm>
                    <a:off x="900" y="1209"/>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89" name="Group 127">
                <a:extLst>
                  <a:ext uri="{FF2B5EF4-FFF2-40B4-BE49-F238E27FC236}">
                    <a16:creationId xmlns:a16="http://schemas.microsoft.com/office/drawing/2014/main" id="{2A6063DA-9DDB-4C8C-AA2A-52F8A4F47E26}"/>
                  </a:ext>
                </a:extLst>
              </p:cNvPr>
              <p:cNvGrpSpPr>
                <a:grpSpLocks/>
              </p:cNvGrpSpPr>
              <p:nvPr/>
            </p:nvGrpSpPr>
            <p:grpSpPr bwMode="auto">
              <a:xfrm>
                <a:off x="1200" y="1209"/>
                <a:ext cx="308" cy="403"/>
                <a:chOff x="1200" y="1209"/>
                <a:chExt cx="308" cy="403"/>
              </a:xfrm>
            </p:grpSpPr>
            <p:sp>
              <p:nvSpPr>
                <p:cNvPr id="11415" name="Rectangle 126">
                  <a:extLst>
                    <a:ext uri="{FF2B5EF4-FFF2-40B4-BE49-F238E27FC236}">
                      <a16:creationId xmlns:a16="http://schemas.microsoft.com/office/drawing/2014/main" id="{7FBA84C6-9ADC-433A-92A0-103396CDD9DF}"/>
                    </a:ext>
                  </a:extLst>
                </p:cNvPr>
                <p:cNvSpPr>
                  <a:spLocks noChangeArrowheads="1"/>
                </p:cNvSpPr>
                <p:nvPr/>
              </p:nvSpPr>
              <p:spPr bwMode="auto">
                <a:xfrm>
                  <a:off x="1200" y="1209"/>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16" name="Group 125">
                  <a:extLst>
                    <a:ext uri="{FF2B5EF4-FFF2-40B4-BE49-F238E27FC236}">
                      <a16:creationId xmlns:a16="http://schemas.microsoft.com/office/drawing/2014/main" id="{74D75C77-78ED-49E4-8087-A6AD39659C05}"/>
                    </a:ext>
                  </a:extLst>
                </p:cNvPr>
                <p:cNvGrpSpPr>
                  <a:grpSpLocks/>
                </p:cNvGrpSpPr>
                <p:nvPr/>
              </p:nvGrpSpPr>
              <p:grpSpPr bwMode="auto">
                <a:xfrm>
                  <a:off x="1200" y="1209"/>
                  <a:ext cx="308" cy="403"/>
                  <a:chOff x="1200" y="1209"/>
                  <a:chExt cx="308" cy="403"/>
                </a:xfrm>
              </p:grpSpPr>
              <p:sp>
                <p:nvSpPr>
                  <p:cNvPr id="11417" name="Rectangle 22">
                    <a:extLst>
                      <a:ext uri="{FF2B5EF4-FFF2-40B4-BE49-F238E27FC236}">
                        <a16:creationId xmlns:a16="http://schemas.microsoft.com/office/drawing/2014/main" id="{15CD0749-2F49-4940-AACB-A74EC9882C5B}"/>
                      </a:ext>
                    </a:extLst>
                  </p:cNvPr>
                  <p:cNvSpPr>
                    <a:spLocks noChangeArrowheads="1"/>
                  </p:cNvSpPr>
                  <p:nvPr/>
                </p:nvSpPr>
                <p:spPr bwMode="auto">
                  <a:xfrm>
                    <a:off x="1243" y="1209"/>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18" name="Rectangle 124">
                    <a:extLst>
                      <a:ext uri="{FF2B5EF4-FFF2-40B4-BE49-F238E27FC236}">
                        <a16:creationId xmlns:a16="http://schemas.microsoft.com/office/drawing/2014/main" id="{A0E8C80E-0E33-4797-A83A-CBD905C7297A}"/>
                      </a:ext>
                    </a:extLst>
                  </p:cNvPr>
                  <p:cNvSpPr>
                    <a:spLocks noChangeArrowheads="1"/>
                  </p:cNvSpPr>
                  <p:nvPr/>
                </p:nvSpPr>
                <p:spPr bwMode="auto">
                  <a:xfrm>
                    <a:off x="1200" y="1209"/>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0" name="Group 131">
                <a:extLst>
                  <a:ext uri="{FF2B5EF4-FFF2-40B4-BE49-F238E27FC236}">
                    <a16:creationId xmlns:a16="http://schemas.microsoft.com/office/drawing/2014/main" id="{BFC38386-9F79-4150-A8C1-8DE2FB3CA6E4}"/>
                  </a:ext>
                </a:extLst>
              </p:cNvPr>
              <p:cNvGrpSpPr>
                <a:grpSpLocks/>
              </p:cNvGrpSpPr>
              <p:nvPr/>
            </p:nvGrpSpPr>
            <p:grpSpPr bwMode="auto">
              <a:xfrm>
                <a:off x="0" y="1612"/>
                <a:ext cx="300" cy="403"/>
                <a:chOff x="0" y="1612"/>
                <a:chExt cx="300" cy="403"/>
              </a:xfrm>
            </p:grpSpPr>
            <p:sp>
              <p:nvSpPr>
                <p:cNvPr id="11411" name="Rectangle 130">
                  <a:extLst>
                    <a:ext uri="{FF2B5EF4-FFF2-40B4-BE49-F238E27FC236}">
                      <a16:creationId xmlns:a16="http://schemas.microsoft.com/office/drawing/2014/main" id="{84B0628A-6EB8-4C0B-A201-264E3437B80D}"/>
                    </a:ext>
                  </a:extLst>
                </p:cNvPr>
                <p:cNvSpPr>
                  <a:spLocks noChangeArrowheads="1"/>
                </p:cNvSpPr>
                <p:nvPr/>
              </p:nvSpPr>
              <p:spPr bwMode="auto">
                <a:xfrm>
                  <a:off x="0" y="1612"/>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12" name="Group 129">
                  <a:extLst>
                    <a:ext uri="{FF2B5EF4-FFF2-40B4-BE49-F238E27FC236}">
                      <a16:creationId xmlns:a16="http://schemas.microsoft.com/office/drawing/2014/main" id="{C8285D8E-976B-4EB3-AD93-F6343E59F929}"/>
                    </a:ext>
                  </a:extLst>
                </p:cNvPr>
                <p:cNvGrpSpPr>
                  <a:grpSpLocks/>
                </p:cNvGrpSpPr>
                <p:nvPr/>
              </p:nvGrpSpPr>
              <p:grpSpPr bwMode="auto">
                <a:xfrm>
                  <a:off x="0" y="1612"/>
                  <a:ext cx="300" cy="403"/>
                  <a:chOff x="0" y="1612"/>
                  <a:chExt cx="300" cy="403"/>
                </a:xfrm>
              </p:grpSpPr>
              <p:sp>
                <p:nvSpPr>
                  <p:cNvPr id="11413" name="Rectangle 23">
                    <a:extLst>
                      <a:ext uri="{FF2B5EF4-FFF2-40B4-BE49-F238E27FC236}">
                        <a16:creationId xmlns:a16="http://schemas.microsoft.com/office/drawing/2014/main" id="{8EF7F872-1605-4DB4-AADD-5C2941D24398}"/>
                      </a:ext>
                    </a:extLst>
                  </p:cNvPr>
                  <p:cNvSpPr>
                    <a:spLocks noChangeArrowheads="1"/>
                  </p:cNvSpPr>
                  <p:nvPr/>
                </p:nvSpPr>
                <p:spPr bwMode="auto">
                  <a:xfrm>
                    <a:off x="43" y="1612"/>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14" name="Rectangle 128">
                    <a:extLst>
                      <a:ext uri="{FF2B5EF4-FFF2-40B4-BE49-F238E27FC236}">
                        <a16:creationId xmlns:a16="http://schemas.microsoft.com/office/drawing/2014/main" id="{000B3F87-8E94-450D-B46A-A97C8792F95D}"/>
                      </a:ext>
                    </a:extLst>
                  </p:cNvPr>
                  <p:cNvSpPr>
                    <a:spLocks noChangeArrowheads="1"/>
                  </p:cNvSpPr>
                  <p:nvPr/>
                </p:nvSpPr>
                <p:spPr bwMode="auto">
                  <a:xfrm>
                    <a:off x="0" y="1612"/>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1" name="Group 135">
                <a:extLst>
                  <a:ext uri="{FF2B5EF4-FFF2-40B4-BE49-F238E27FC236}">
                    <a16:creationId xmlns:a16="http://schemas.microsoft.com/office/drawing/2014/main" id="{730F6215-9B82-4FB6-BD5E-811A904551B1}"/>
                  </a:ext>
                </a:extLst>
              </p:cNvPr>
              <p:cNvGrpSpPr>
                <a:grpSpLocks/>
              </p:cNvGrpSpPr>
              <p:nvPr/>
            </p:nvGrpSpPr>
            <p:grpSpPr bwMode="auto">
              <a:xfrm>
                <a:off x="300" y="1612"/>
                <a:ext cx="300" cy="403"/>
                <a:chOff x="300" y="1612"/>
                <a:chExt cx="300" cy="403"/>
              </a:xfrm>
            </p:grpSpPr>
            <p:sp>
              <p:nvSpPr>
                <p:cNvPr id="11407" name="Rectangle 134">
                  <a:extLst>
                    <a:ext uri="{FF2B5EF4-FFF2-40B4-BE49-F238E27FC236}">
                      <a16:creationId xmlns:a16="http://schemas.microsoft.com/office/drawing/2014/main" id="{F73F0FCB-C7C8-4093-8131-C2D5430DAE53}"/>
                    </a:ext>
                  </a:extLst>
                </p:cNvPr>
                <p:cNvSpPr>
                  <a:spLocks noChangeArrowheads="1"/>
                </p:cNvSpPr>
                <p:nvPr/>
              </p:nvSpPr>
              <p:spPr bwMode="auto">
                <a:xfrm>
                  <a:off x="300" y="1612"/>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08" name="Group 133">
                  <a:extLst>
                    <a:ext uri="{FF2B5EF4-FFF2-40B4-BE49-F238E27FC236}">
                      <a16:creationId xmlns:a16="http://schemas.microsoft.com/office/drawing/2014/main" id="{5D79ED54-0774-4F7C-AE58-B43028010199}"/>
                    </a:ext>
                  </a:extLst>
                </p:cNvPr>
                <p:cNvGrpSpPr>
                  <a:grpSpLocks/>
                </p:cNvGrpSpPr>
                <p:nvPr/>
              </p:nvGrpSpPr>
              <p:grpSpPr bwMode="auto">
                <a:xfrm>
                  <a:off x="300" y="1612"/>
                  <a:ext cx="300" cy="403"/>
                  <a:chOff x="300" y="1612"/>
                  <a:chExt cx="300" cy="403"/>
                </a:xfrm>
              </p:grpSpPr>
              <p:sp>
                <p:nvSpPr>
                  <p:cNvPr id="11409" name="Rectangle 24">
                    <a:extLst>
                      <a:ext uri="{FF2B5EF4-FFF2-40B4-BE49-F238E27FC236}">
                        <a16:creationId xmlns:a16="http://schemas.microsoft.com/office/drawing/2014/main" id="{E4D9A3CE-7691-4E93-B39C-D0B8D505D1D4}"/>
                      </a:ext>
                    </a:extLst>
                  </p:cNvPr>
                  <p:cNvSpPr>
                    <a:spLocks noChangeArrowheads="1"/>
                  </p:cNvSpPr>
                  <p:nvPr/>
                </p:nvSpPr>
                <p:spPr bwMode="auto">
                  <a:xfrm>
                    <a:off x="343" y="1612"/>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410" name="Rectangle 132">
                    <a:extLst>
                      <a:ext uri="{FF2B5EF4-FFF2-40B4-BE49-F238E27FC236}">
                        <a16:creationId xmlns:a16="http://schemas.microsoft.com/office/drawing/2014/main" id="{B6C0ADC6-95B6-48C7-8DE2-FEB186A3075C}"/>
                      </a:ext>
                    </a:extLst>
                  </p:cNvPr>
                  <p:cNvSpPr>
                    <a:spLocks noChangeArrowheads="1"/>
                  </p:cNvSpPr>
                  <p:nvPr/>
                </p:nvSpPr>
                <p:spPr bwMode="auto">
                  <a:xfrm>
                    <a:off x="300" y="1612"/>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2" name="Group 139">
                <a:extLst>
                  <a:ext uri="{FF2B5EF4-FFF2-40B4-BE49-F238E27FC236}">
                    <a16:creationId xmlns:a16="http://schemas.microsoft.com/office/drawing/2014/main" id="{5D18437B-C70B-48DE-AFC0-787E923395AF}"/>
                  </a:ext>
                </a:extLst>
              </p:cNvPr>
              <p:cNvGrpSpPr>
                <a:grpSpLocks/>
              </p:cNvGrpSpPr>
              <p:nvPr/>
            </p:nvGrpSpPr>
            <p:grpSpPr bwMode="auto">
              <a:xfrm>
                <a:off x="600" y="1612"/>
                <a:ext cx="300" cy="403"/>
                <a:chOff x="600" y="1612"/>
                <a:chExt cx="300" cy="403"/>
              </a:xfrm>
            </p:grpSpPr>
            <p:sp>
              <p:nvSpPr>
                <p:cNvPr id="11403" name="Rectangle 138">
                  <a:extLst>
                    <a:ext uri="{FF2B5EF4-FFF2-40B4-BE49-F238E27FC236}">
                      <a16:creationId xmlns:a16="http://schemas.microsoft.com/office/drawing/2014/main" id="{1E158A06-E640-4553-A4D8-FE5D9071AEBF}"/>
                    </a:ext>
                  </a:extLst>
                </p:cNvPr>
                <p:cNvSpPr>
                  <a:spLocks noChangeArrowheads="1"/>
                </p:cNvSpPr>
                <p:nvPr/>
              </p:nvSpPr>
              <p:spPr bwMode="auto">
                <a:xfrm>
                  <a:off x="600" y="1612"/>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04" name="Group 137">
                  <a:extLst>
                    <a:ext uri="{FF2B5EF4-FFF2-40B4-BE49-F238E27FC236}">
                      <a16:creationId xmlns:a16="http://schemas.microsoft.com/office/drawing/2014/main" id="{6F5A3F3A-8FBD-4B1C-9ACC-0E6FDDC32DEA}"/>
                    </a:ext>
                  </a:extLst>
                </p:cNvPr>
                <p:cNvGrpSpPr>
                  <a:grpSpLocks/>
                </p:cNvGrpSpPr>
                <p:nvPr/>
              </p:nvGrpSpPr>
              <p:grpSpPr bwMode="auto">
                <a:xfrm>
                  <a:off x="600" y="1612"/>
                  <a:ext cx="300" cy="403"/>
                  <a:chOff x="600" y="1612"/>
                  <a:chExt cx="300" cy="403"/>
                </a:xfrm>
              </p:grpSpPr>
              <p:sp>
                <p:nvSpPr>
                  <p:cNvPr id="11405" name="Rectangle 25">
                    <a:extLst>
                      <a:ext uri="{FF2B5EF4-FFF2-40B4-BE49-F238E27FC236}">
                        <a16:creationId xmlns:a16="http://schemas.microsoft.com/office/drawing/2014/main" id="{B4C62842-7043-45A6-9467-F3F9EFDF435F}"/>
                      </a:ext>
                    </a:extLst>
                  </p:cNvPr>
                  <p:cNvSpPr>
                    <a:spLocks noChangeArrowheads="1"/>
                  </p:cNvSpPr>
                  <p:nvPr/>
                </p:nvSpPr>
                <p:spPr bwMode="auto">
                  <a:xfrm>
                    <a:off x="643" y="1612"/>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406" name="Rectangle 136">
                    <a:extLst>
                      <a:ext uri="{FF2B5EF4-FFF2-40B4-BE49-F238E27FC236}">
                        <a16:creationId xmlns:a16="http://schemas.microsoft.com/office/drawing/2014/main" id="{AF563134-0FF6-4092-833E-4808FD579091}"/>
                      </a:ext>
                    </a:extLst>
                  </p:cNvPr>
                  <p:cNvSpPr>
                    <a:spLocks noChangeArrowheads="1"/>
                  </p:cNvSpPr>
                  <p:nvPr/>
                </p:nvSpPr>
                <p:spPr bwMode="auto">
                  <a:xfrm>
                    <a:off x="600" y="1612"/>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3" name="Group 143">
                <a:extLst>
                  <a:ext uri="{FF2B5EF4-FFF2-40B4-BE49-F238E27FC236}">
                    <a16:creationId xmlns:a16="http://schemas.microsoft.com/office/drawing/2014/main" id="{08D67C18-6E83-40E6-A1C5-E544F02A1725}"/>
                  </a:ext>
                </a:extLst>
              </p:cNvPr>
              <p:cNvGrpSpPr>
                <a:grpSpLocks/>
              </p:cNvGrpSpPr>
              <p:nvPr/>
            </p:nvGrpSpPr>
            <p:grpSpPr bwMode="auto">
              <a:xfrm>
                <a:off x="900" y="1612"/>
                <a:ext cx="300" cy="403"/>
                <a:chOff x="900" y="1612"/>
                <a:chExt cx="300" cy="403"/>
              </a:xfrm>
            </p:grpSpPr>
            <p:sp>
              <p:nvSpPr>
                <p:cNvPr id="11399" name="Rectangle 142">
                  <a:extLst>
                    <a:ext uri="{FF2B5EF4-FFF2-40B4-BE49-F238E27FC236}">
                      <a16:creationId xmlns:a16="http://schemas.microsoft.com/office/drawing/2014/main" id="{B0D8E393-2E06-4B54-B127-CDD42B956E0D}"/>
                    </a:ext>
                  </a:extLst>
                </p:cNvPr>
                <p:cNvSpPr>
                  <a:spLocks noChangeArrowheads="1"/>
                </p:cNvSpPr>
                <p:nvPr/>
              </p:nvSpPr>
              <p:spPr bwMode="auto">
                <a:xfrm>
                  <a:off x="900" y="1612"/>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400" name="Group 141">
                  <a:extLst>
                    <a:ext uri="{FF2B5EF4-FFF2-40B4-BE49-F238E27FC236}">
                      <a16:creationId xmlns:a16="http://schemas.microsoft.com/office/drawing/2014/main" id="{0A1CBB37-1577-4C89-96FB-CF54589F2D43}"/>
                    </a:ext>
                  </a:extLst>
                </p:cNvPr>
                <p:cNvGrpSpPr>
                  <a:grpSpLocks/>
                </p:cNvGrpSpPr>
                <p:nvPr/>
              </p:nvGrpSpPr>
              <p:grpSpPr bwMode="auto">
                <a:xfrm>
                  <a:off x="900" y="1612"/>
                  <a:ext cx="300" cy="403"/>
                  <a:chOff x="900" y="1612"/>
                  <a:chExt cx="300" cy="403"/>
                </a:xfrm>
              </p:grpSpPr>
              <p:sp>
                <p:nvSpPr>
                  <p:cNvPr id="11401" name="Rectangle 26">
                    <a:extLst>
                      <a:ext uri="{FF2B5EF4-FFF2-40B4-BE49-F238E27FC236}">
                        <a16:creationId xmlns:a16="http://schemas.microsoft.com/office/drawing/2014/main" id="{608FE65B-D140-4550-A50E-7B1562BAB7D5}"/>
                      </a:ext>
                    </a:extLst>
                  </p:cNvPr>
                  <p:cNvSpPr>
                    <a:spLocks noChangeArrowheads="1"/>
                  </p:cNvSpPr>
                  <p:nvPr/>
                </p:nvSpPr>
                <p:spPr bwMode="auto">
                  <a:xfrm>
                    <a:off x="943" y="1612"/>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000" b="1"/>
                      <a:t>D</a:t>
                    </a:r>
                    <a:endParaRPr lang="ro-RO" altLang="ro-RO" sz="1400" b="1"/>
                  </a:p>
                  <a:p>
                    <a:pPr>
                      <a:spcBef>
                        <a:spcPct val="0"/>
                      </a:spcBef>
                      <a:buFontTx/>
                      <a:buNone/>
                    </a:pPr>
                    <a:endParaRPr lang="ro-RO" altLang="ro-RO" sz="2400"/>
                  </a:p>
                </p:txBody>
              </p:sp>
              <p:sp>
                <p:nvSpPr>
                  <p:cNvPr id="11402" name="Rectangle 140">
                    <a:extLst>
                      <a:ext uri="{FF2B5EF4-FFF2-40B4-BE49-F238E27FC236}">
                        <a16:creationId xmlns:a16="http://schemas.microsoft.com/office/drawing/2014/main" id="{563BF5D9-D40C-4CED-883B-B608C240C0A1}"/>
                      </a:ext>
                    </a:extLst>
                  </p:cNvPr>
                  <p:cNvSpPr>
                    <a:spLocks noChangeArrowheads="1"/>
                  </p:cNvSpPr>
                  <p:nvPr/>
                </p:nvSpPr>
                <p:spPr bwMode="auto">
                  <a:xfrm>
                    <a:off x="900" y="1612"/>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4" name="Group 147">
                <a:extLst>
                  <a:ext uri="{FF2B5EF4-FFF2-40B4-BE49-F238E27FC236}">
                    <a16:creationId xmlns:a16="http://schemas.microsoft.com/office/drawing/2014/main" id="{D258C8A0-AFDE-445B-B4B7-28EDEEF61A71}"/>
                  </a:ext>
                </a:extLst>
              </p:cNvPr>
              <p:cNvGrpSpPr>
                <a:grpSpLocks/>
              </p:cNvGrpSpPr>
              <p:nvPr/>
            </p:nvGrpSpPr>
            <p:grpSpPr bwMode="auto">
              <a:xfrm>
                <a:off x="1200" y="1612"/>
                <a:ext cx="308" cy="403"/>
                <a:chOff x="1200" y="1612"/>
                <a:chExt cx="308" cy="403"/>
              </a:xfrm>
            </p:grpSpPr>
            <p:sp>
              <p:nvSpPr>
                <p:cNvPr id="11395" name="Rectangle 146">
                  <a:extLst>
                    <a:ext uri="{FF2B5EF4-FFF2-40B4-BE49-F238E27FC236}">
                      <a16:creationId xmlns:a16="http://schemas.microsoft.com/office/drawing/2014/main" id="{2A3E655F-C5A5-4BB4-899F-6713126EA34E}"/>
                    </a:ext>
                  </a:extLst>
                </p:cNvPr>
                <p:cNvSpPr>
                  <a:spLocks noChangeArrowheads="1"/>
                </p:cNvSpPr>
                <p:nvPr/>
              </p:nvSpPr>
              <p:spPr bwMode="auto">
                <a:xfrm>
                  <a:off x="1200" y="1612"/>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96" name="Group 145">
                  <a:extLst>
                    <a:ext uri="{FF2B5EF4-FFF2-40B4-BE49-F238E27FC236}">
                      <a16:creationId xmlns:a16="http://schemas.microsoft.com/office/drawing/2014/main" id="{FDE9C732-2A6D-4166-931C-F18CB537DEF5}"/>
                    </a:ext>
                  </a:extLst>
                </p:cNvPr>
                <p:cNvGrpSpPr>
                  <a:grpSpLocks/>
                </p:cNvGrpSpPr>
                <p:nvPr/>
              </p:nvGrpSpPr>
              <p:grpSpPr bwMode="auto">
                <a:xfrm>
                  <a:off x="1200" y="1612"/>
                  <a:ext cx="308" cy="403"/>
                  <a:chOff x="1200" y="1612"/>
                  <a:chExt cx="308" cy="403"/>
                </a:xfrm>
              </p:grpSpPr>
              <p:sp>
                <p:nvSpPr>
                  <p:cNvPr id="11397" name="Rectangle 27">
                    <a:extLst>
                      <a:ext uri="{FF2B5EF4-FFF2-40B4-BE49-F238E27FC236}">
                        <a16:creationId xmlns:a16="http://schemas.microsoft.com/office/drawing/2014/main" id="{24210738-D822-4AF6-B9F8-3F4EA813FB9D}"/>
                      </a:ext>
                    </a:extLst>
                  </p:cNvPr>
                  <p:cNvSpPr>
                    <a:spLocks noChangeArrowheads="1"/>
                  </p:cNvSpPr>
                  <p:nvPr/>
                </p:nvSpPr>
                <p:spPr bwMode="auto">
                  <a:xfrm>
                    <a:off x="1243" y="1612"/>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98" name="Rectangle 144">
                    <a:extLst>
                      <a:ext uri="{FF2B5EF4-FFF2-40B4-BE49-F238E27FC236}">
                        <a16:creationId xmlns:a16="http://schemas.microsoft.com/office/drawing/2014/main" id="{F6F52AD1-4217-4B27-8F03-076D3E015562}"/>
                      </a:ext>
                    </a:extLst>
                  </p:cNvPr>
                  <p:cNvSpPr>
                    <a:spLocks noChangeArrowheads="1"/>
                  </p:cNvSpPr>
                  <p:nvPr/>
                </p:nvSpPr>
                <p:spPr bwMode="auto">
                  <a:xfrm>
                    <a:off x="1200" y="1612"/>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5" name="Group 151">
                <a:extLst>
                  <a:ext uri="{FF2B5EF4-FFF2-40B4-BE49-F238E27FC236}">
                    <a16:creationId xmlns:a16="http://schemas.microsoft.com/office/drawing/2014/main" id="{42568448-37A0-410E-BE1D-8D49778F4BAF}"/>
                  </a:ext>
                </a:extLst>
              </p:cNvPr>
              <p:cNvGrpSpPr>
                <a:grpSpLocks/>
              </p:cNvGrpSpPr>
              <p:nvPr/>
            </p:nvGrpSpPr>
            <p:grpSpPr bwMode="auto">
              <a:xfrm>
                <a:off x="0" y="2015"/>
                <a:ext cx="300" cy="403"/>
                <a:chOff x="0" y="2015"/>
                <a:chExt cx="300" cy="403"/>
              </a:xfrm>
            </p:grpSpPr>
            <p:sp>
              <p:nvSpPr>
                <p:cNvPr id="11391" name="Rectangle 150">
                  <a:extLst>
                    <a:ext uri="{FF2B5EF4-FFF2-40B4-BE49-F238E27FC236}">
                      <a16:creationId xmlns:a16="http://schemas.microsoft.com/office/drawing/2014/main" id="{16CF6D7D-3368-4E3D-A7CB-49540013AFDC}"/>
                    </a:ext>
                  </a:extLst>
                </p:cNvPr>
                <p:cNvSpPr>
                  <a:spLocks noChangeArrowheads="1"/>
                </p:cNvSpPr>
                <p:nvPr/>
              </p:nvSpPr>
              <p:spPr bwMode="auto">
                <a:xfrm>
                  <a:off x="0" y="2015"/>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92" name="Group 149">
                  <a:extLst>
                    <a:ext uri="{FF2B5EF4-FFF2-40B4-BE49-F238E27FC236}">
                      <a16:creationId xmlns:a16="http://schemas.microsoft.com/office/drawing/2014/main" id="{9BAFAB60-FBCC-40D7-9140-5AE08B6F864D}"/>
                    </a:ext>
                  </a:extLst>
                </p:cNvPr>
                <p:cNvGrpSpPr>
                  <a:grpSpLocks/>
                </p:cNvGrpSpPr>
                <p:nvPr/>
              </p:nvGrpSpPr>
              <p:grpSpPr bwMode="auto">
                <a:xfrm>
                  <a:off x="0" y="2015"/>
                  <a:ext cx="300" cy="403"/>
                  <a:chOff x="0" y="2015"/>
                  <a:chExt cx="300" cy="403"/>
                </a:xfrm>
              </p:grpSpPr>
              <p:sp>
                <p:nvSpPr>
                  <p:cNvPr id="11393" name="Rectangle 28">
                    <a:extLst>
                      <a:ext uri="{FF2B5EF4-FFF2-40B4-BE49-F238E27FC236}">
                        <a16:creationId xmlns:a16="http://schemas.microsoft.com/office/drawing/2014/main" id="{ABF69700-0879-4D5A-AAD7-41B27A6BC6A8}"/>
                      </a:ext>
                    </a:extLst>
                  </p:cNvPr>
                  <p:cNvSpPr>
                    <a:spLocks noChangeArrowheads="1"/>
                  </p:cNvSpPr>
                  <p:nvPr/>
                </p:nvSpPr>
                <p:spPr bwMode="auto">
                  <a:xfrm>
                    <a:off x="43" y="2015"/>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94" name="Rectangle 148">
                    <a:extLst>
                      <a:ext uri="{FF2B5EF4-FFF2-40B4-BE49-F238E27FC236}">
                        <a16:creationId xmlns:a16="http://schemas.microsoft.com/office/drawing/2014/main" id="{87A981A5-4168-4766-9B54-CA98828E9101}"/>
                      </a:ext>
                    </a:extLst>
                  </p:cNvPr>
                  <p:cNvSpPr>
                    <a:spLocks noChangeArrowheads="1"/>
                  </p:cNvSpPr>
                  <p:nvPr/>
                </p:nvSpPr>
                <p:spPr bwMode="auto">
                  <a:xfrm>
                    <a:off x="0" y="2015"/>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6" name="Group 155">
                <a:extLst>
                  <a:ext uri="{FF2B5EF4-FFF2-40B4-BE49-F238E27FC236}">
                    <a16:creationId xmlns:a16="http://schemas.microsoft.com/office/drawing/2014/main" id="{A5CAD111-26EE-4137-BCC3-CF681FE8240B}"/>
                  </a:ext>
                </a:extLst>
              </p:cNvPr>
              <p:cNvGrpSpPr>
                <a:grpSpLocks/>
              </p:cNvGrpSpPr>
              <p:nvPr/>
            </p:nvGrpSpPr>
            <p:grpSpPr bwMode="auto">
              <a:xfrm>
                <a:off x="300" y="2015"/>
                <a:ext cx="300" cy="403"/>
                <a:chOff x="300" y="2015"/>
                <a:chExt cx="300" cy="403"/>
              </a:xfrm>
            </p:grpSpPr>
            <p:sp>
              <p:nvSpPr>
                <p:cNvPr id="11387" name="Rectangle 154">
                  <a:extLst>
                    <a:ext uri="{FF2B5EF4-FFF2-40B4-BE49-F238E27FC236}">
                      <a16:creationId xmlns:a16="http://schemas.microsoft.com/office/drawing/2014/main" id="{94443866-4502-4C59-B160-F2355902994A}"/>
                    </a:ext>
                  </a:extLst>
                </p:cNvPr>
                <p:cNvSpPr>
                  <a:spLocks noChangeArrowheads="1"/>
                </p:cNvSpPr>
                <p:nvPr/>
              </p:nvSpPr>
              <p:spPr bwMode="auto">
                <a:xfrm>
                  <a:off x="300" y="2015"/>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88" name="Group 153">
                  <a:extLst>
                    <a:ext uri="{FF2B5EF4-FFF2-40B4-BE49-F238E27FC236}">
                      <a16:creationId xmlns:a16="http://schemas.microsoft.com/office/drawing/2014/main" id="{33290860-30A4-4097-899E-AFA361549BE2}"/>
                    </a:ext>
                  </a:extLst>
                </p:cNvPr>
                <p:cNvGrpSpPr>
                  <a:grpSpLocks/>
                </p:cNvGrpSpPr>
                <p:nvPr/>
              </p:nvGrpSpPr>
              <p:grpSpPr bwMode="auto">
                <a:xfrm>
                  <a:off x="300" y="2015"/>
                  <a:ext cx="300" cy="403"/>
                  <a:chOff x="300" y="2015"/>
                  <a:chExt cx="300" cy="403"/>
                </a:xfrm>
              </p:grpSpPr>
              <p:sp>
                <p:nvSpPr>
                  <p:cNvPr id="11389" name="Rectangle 29">
                    <a:extLst>
                      <a:ext uri="{FF2B5EF4-FFF2-40B4-BE49-F238E27FC236}">
                        <a16:creationId xmlns:a16="http://schemas.microsoft.com/office/drawing/2014/main" id="{AF3D33DC-5582-47BB-8A26-84A3B41858DE}"/>
                      </a:ext>
                    </a:extLst>
                  </p:cNvPr>
                  <p:cNvSpPr>
                    <a:spLocks noChangeArrowheads="1"/>
                  </p:cNvSpPr>
                  <p:nvPr/>
                </p:nvSpPr>
                <p:spPr bwMode="auto">
                  <a:xfrm>
                    <a:off x="343" y="2015"/>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90" name="Rectangle 152">
                    <a:extLst>
                      <a:ext uri="{FF2B5EF4-FFF2-40B4-BE49-F238E27FC236}">
                        <a16:creationId xmlns:a16="http://schemas.microsoft.com/office/drawing/2014/main" id="{2713A982-13EF-4AA1-B467-EF905050D9FC}"/>
                      </a:ext>
                    </a:extLst>
                  </p:cNvPr>
                  <p:cNvSpPr>
                    <a:spLocks noChangeArrowheads="1"/>
                  </p:cNvSpPr>
                  <p:nvPr/>
                </p:nvSpPr>
                <p:spPr bwMode="auto">
                  <a:xfrm>
                    <a:off x="300" y="2015"/>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7" name="Group 159">
                <a:extLst>
                  <a:ext uri="{FF2B5EF4-FFF2-40B4-BE49-F238E27FC236}">
                    <a16:creationId xmlns:a16="http://schemas.microsoft.com/office/drawing/2014/main" id="{AFD5F726-C3C8-41AA-88D3-E63EED43892B}"/>
                  </a:ext>
                </a:extLst>
              </p:cNvPr>
              <p:cNvGrpSpPr>
                <a:grpSpLocks/>
              </p:cNvGrpSpPr>
              <p:nvPr/>
            </p:nvGrpSpPr>
            <p:grpSpPr bwMode="auto">
              <a:xfrm>
                <a:off x="600" y="2015"/>
                <a:ext cx="300" cy="403"/>
                <a:chOff x="600" y="2015"/>
                <a:chExt cx="300" cy="403"/>
              </a:xfrm>
            </p:grpSpPr>
            <p:sp>
              <p:nvSpPr>
                <p:cNvPr id="11383" name="Rectangle 158">
                  <a:extLst>
                    <a:ext uri="{FF2B5EF4-FFF2-40B4-BE49-F238E27FC236}">
                      <a16:creationId xmlns:a16="http://schemas.microsoft.com/office/drawing/2014/main" id="{846DC074-17D3-44D5-AA12-DE4AED8203AB}"/>
                    </a:ext>
                  </a:extLst>
                </p:cNvPr>
                <p:cNvSpPr>
                  <a:spLocks noChangeArrowheads="1"/>
                </p:cNvSpPr>
                <p:nvPr/>
              </p:nvSpPr>
              <p:spPr bwMode="auto">
                <a:xfrm>
                  <a:off x="600" y="2015"/>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84" name="Group 157">
                  <a:extLst>
                    <a:ext uri="{FF2B5EF4-FFF2-40B4-BE49-F238E27FC236}">
                      <a16:creationId xmlns:a16="http://schemas.microsoft.com/office/drawing/2014/main" id="{A89B1642-909A-479A-AA20-F4D66E10CDBD}"/>
                    </a:ext>
                  </a:extLst>
                </p:cNvPr>
                <p:cNvGrpSpPr>
                  <a:grpSpLocks/>
                </p:cNvGrpSpPr>
                <p:nvPr/>
              </p:nvGrpSpPr>
              <p:grpSpPr bwMode="auto">
                <a:xfrm>
                  <a:off x="600" y="2015"/>
                  <a:ext cx="300" cy="403"/>
                  <a:chOff x="600" y="2015"/>
                  <a:chExt cx="300" cy="403"/>
                </a:xfrm>
              </p:grpSpPr>
              <p:sp>
                <p:nvSpPr>
                  <p:cNvPr id="11385" name="Rectangle 30">
                    <a:extLst>
                      <a:ext uri="{FF2B5EF4-FFF2-40B4-BE49-F238E27FC236}">
                        <a16:creationId xmlns:a16="http://schemas.microsoft.com/office/drawing/2014/main" id="{B8753C11-3BDC-4577-BD41-519515A6AAB2}"/>
                      </a:ext>
                    </a:extLst>
                  </p:cNvPr>
                  <p:cNvSpPr>
                    <a:spLocks noChangeArrowheads="1"/>
                  </p:cNvSpPr>
                  <p:nvPr/>
                </p:nvSpPr>
                <p:spPr bwMode="auto">
                  <a:xfrm>
                    <a:off x="643" y="2015"/>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86" name="Rectangle 156">
                    <a:extLst>
                      <a:ext uri="{FF2B5EF4-FFF2-40B4-BE49-F238E27FC236}">
                        <a16:creationId xmlns:a16="http://schemas.microsoft.com/office/drawing/2014/main" id="{C361E652-D3AE-457D-904F-D48F3E83E34E}"/>
                      </a:ext>
                    </a:extLst>
                  </p:cNvPr>
                  <p:cNvSpPr>
                    <a:spLocks noChangeArrowheads="1"/>
                  </p:cNvSpPr>
                  <p:nvPr/>
                </p:nvSpPr>
                <p:spPr bwMode="auto">
                  <a:xfrm>
                    <a:off x="600" y="2015"/>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8" name="Group 163">
                <a:extLst>
                  <a:ext uri="{FF2B5EF4-FFF2-40B4-BE49-F238E27FC236}">
                    <a16:creationId xmlns:a16="http://schemas.microsoft.com/office/drawing/2014/main" id="{695269F5-DEE3-4C65-B7BD-CCECE15E9D03}"/>
                  </a:ext>
                </a:extLst>
              </p:cNvPr>
              <p:cNvGrpSpPr>
                <a:grpSpLocks/>
              </p:cNvGrpSpPr>
              <p:nvPr/>
            </p:nvGrpSpPr>
            <p:grpSpPr bwMode="auto">
              <a:xfrm>
                <a:off x="900" y="2015"/>
                <a:ext cx="300" cy="403"/>
                <a:chOff x="900" y="2015"/>
                <a:chExt cx="300" cy="403"/>
              </a:xfrm>
            </p:grpSpPr>
            <p:sp>
              <p:nvSpPr>
                <p:cNvPr id="11379" name="Rectangle 162">
                  <a:extLst>
                    <a:ext uri="{FF2B5EF4-FFF2-40B4-BE49-F238E27FC236}">
                      <a16:creationId xmlns:a16="http://schemas.microsoft.com/office/drawing/2014/main" id="{CB7CE868-8C15-4641-A74D-A9BCB59B1265}"/>
                    </a:ext>
                  </a:extLst>
                </p:cNvPr>
                <p:cNvSpPr>
                  <a:spLocks noChangeArrowheads="1"/>
                </p:cNvSpPr>
                <p:nvPr/>
              </p:nvSpPr>
              <p:spPr bwMode="auto">
                <a:xfrm>
                  <a:off x="900" y="2015"/>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80" name="Group 161">
                  <a:extLst>
                    <a:ext uri="{FF2B5EF4-FFF2-40B4-BE49-F238E27FC236}">
                      <a16:creationId xmlns:a16="http://schemas.microsoft.com/office/drawing/2014/main" id="{37614694-E68D-46C0-BA2B-2BDA3585BA66}"/>
                    </a:ext>
                  </a:extLst>
                </p:cNvPr>
                <p:cNvGrpSpPr>
                  <a:grpSpLocks/>
                </p:cNvGrpSpPr>
                <p:nvPr/>
              </p:nvGrpSpPr>
              <p:grpSpPr bwMode="auto">
                <a:xfrm>
                  <a:off x="900" y="2015"/>
                  <a:ext cx="300" cy="403"/>
                  <a:chOff x="900" y="2015"/>
                  <a:chExt cx="300" cy="403"/>
                </a:xfrm>
              </p:grpSpPr>
              <p:sp>
                <p:nvSpPr>
                  <p:cNvPr id="11381" name="Rectangle 31">
                    <a:extLst>
                      <a:ext uri="{FF2B5EF4-FFF2-40B4-BE49-F238E27FC236}">
                        <a16:creationId xmlns:a16="http://schemas.microsoft.com/office/drawing/2014/main" id="{BF66BF64-E2D7-450D-AEFE-3B9F1E7048F2}"/>
                      </a:ext>
                    </a:extLst>
                  </p:cNvPr>
                  <p:cNvSpPr>
                    <a:spLocks noChangeArrowheads="1"/>
                  </p:cNvSpPr>
                  <p:nvPr/>
                </p:nvSpPr>
                <p:spPr bwMode="auto">
                  <a:xfrm>
                    <a:off x="943" y="2015"/>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82" name="Rectangle 160">
                    <a:extLst>
                      <a:ext uri="{FF2B5EF4-FFF2-40B4-BE49-F238E27FC236}">
                        <a16:creationId xmlns:a16="http://schemas.microsoft.com/office/drawing/2014/main" id="{4B897F04-C86D-427A-965D-01514A81E65F}"/>
                      </a:ext>
                    </a:extLst>
                  </p:cNvPr>
                  <p:cNvSpPr>
                    <a:spLocks noChangeArrowheads="1"/>
                  </p:cNvSpPr>
                  <p:nvPr/>
                </p:nvSpPr>
                <p:spPr bwMode="auto">
                  <a:xfrm>
                    <a:off x="900" y="2015"/>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299" name="Group 167">
                <a:extLst>
                  <a:ext uri="{FF2B5EF4-FFF2-40B4-BE49-F238E27FC236}">
                    <a16:creationId xmlns:a16="http://schemas.microsoft.com/office/drawing/2014/main" id="{EB08FAA9-0350-4ECC-A02E-4AEB3C713D43}"/>
                  </a:ext>
                </a:extLst>
              </p:cNvPr>
              <p:cNvGrpSpPr>
                <a:grpSpLocks/>
              </p:cNvGrpSpPr>
              <p:nvPr/>
            </p:nvGrpSpPr>
            <p:grpSpPr bwMode="auto">
              <a:xfrm>
                <a:off x="1200" y="2015"/>
                <a:ext cx="308" cy="403"/>
                <a:chOff x="1200" y="2015"/>
                <a:chExt cx="308" cy="403"/>
              </a:xfrm>
            </p:grpSpPr>
            <p:sp>
              <p:nvSpPr>
                <p:cNvPr id="11375" name="Rectangle 166">
                  <a:extLst>
                    <a:ext uri="{FF2B5EF4-FFF2-40B4-BE49-F238E27FC236}">
                      <a16:creationId xmlns:a16="http://schemas.microsoft.com/office/drawing/2014/main" id="{D7AA40D8-D603-4C69-BBDC-8922B20CF67E}"/>
                    </a:ext>
                  </a:extLst>
                </p:cNvPr>
                <p:cNvSpPr>
                  <a:spLocks noChangeArrowheads="1"/>
                </p:cNvSpPr>
                <p:nvPr/>
              </p:nvSpPr>
              <p:spPr bwMode="auto">
                <a:xfrm>
                  <a:off x="1200" y="2015"/>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76" name="Group 165">
                  <a:extLst>
                    <a:ext uri="{FF2B5EF4-FFF2-40B4-BE49-F238E27FC236}">
                      <a16:creationId xmlns:a16="http://schemas.microsoft.com/office/drawing/2014/main" id="{489B28AD-437C-48AB-BB95-EBC03092B540}"/>
                    </a:ext>
                  </a:extLst>
                </p:cNvPr>
                <p:cNvGrpSpPr>
                  <a:grpSpLocks/>
                </p:cNvGrpSpPr>
                <p:nvPr/>
              </p:nvGrpSpPr>
              <p:grpSpPr bwMode="auto">
                <a:xfrm>
                  <a:off x="1200" y="2015"/>
                  <a:ext cx="308" cy="403"/>
                  <a:chOff x="1200" y="2015"/>
                  <a:chExt cx="308" cy="403"/>
                </a:xfrm>
              </p:grpSpPr>
              <p:sp>
                <p:nvSpPr>
                  <p:cNvPr id="11377" name="Rectangle 32">
                    <a:extLst>
                      <a:ext uri="{FF2B5EF4-FFF2-40B4-BE49-F238E27FC236}">
                        <a16:creationId xmlns:a16="http://schemas.microsoft.com/office/drawing/2014/main" id="{3C88DDA8-D62C-4836-80D2-0D68750606DF}"/>
                      </a:ext>
                    </a:extLst>
                  </p:cNvPr>
                  <p:cNvSpPr>
                    <a:spLocks noChangeArrowheads="1"/>
                  </p:cNvSpPr>
                  <p:nvPr/>
                </p:nvSpPr>
                <p:spPr bwMode="auto">
                  <a:xfrm>
                    <a:off x="1243" y="2015"/>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78" name="Rectangle 164">
                    <a:extLst>
                      <a:ext uri="{FF2B5EF4-FFF2-40B4-BE49-F238E27FC236}">
                        <a16:creationId xmlns:a16="http://schemas.microsoft.com/office/drawing/2014/main" id="{B5BEA65F-8617-455D-B500-46362DCDA079}"/>
                      </a:ext>
                    </a:extLst>
                  </p:cNvPr>
                  <p:cNvSpPr>
                    <a:spLocks noChangeArrowheads="1"/>
                  </p:cNvSpPr>
                  <p:nvPr/>
                </p:nvSpPr>
                <p:spPr bwMode="auto">
                  <a:xfrm>
                    <a:off x="1200" y="2015"/>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0" name="Group 171">
                <a:extLst>
                  <a:ext uri="{FF2B5EF4-FFF2-40B4-BE49-F238E27FC236}">
                    <a16:creationId xmlns:a16="http://schemas.microsoft.com/office/drawing/2014/main" id="{78EA952C-C4A7-423E-99CA-DF59EE5FA74A}"/>
                  </a:ext>
                </a:extLst>
              </p:cNvPr>
              <p:cNvGrpSpPr>
                <a:grpSpLocks/>
              </p:cNvGrpSpPr>
              <p:nvPr/>
            </p:nvGrpSpPr>
            <p:grpSpPr bwMode="auto">
              <a:xfrm>
                <a:off x="0" y="2418"/>
                <a:ext cx="300" cy="403"/>
                <a:chOff x="0" y="2418"/>
                <a:chExt cx="300" cy="403"/>
              </a:xfrm>
            </p:grpSpPr>
            <p:sp>
              <p:nvSpPr>
                <p:cNvPr id="11371" name="Rectangle 170">
                  <a:extLst>
                    <a:ext uri="{FF2B5EF4-FFF2-40B4-BE49-F238E27FC236}">
                      <a16:creationId xmlns:a16="http://schemas.microsoft.com/office/drawing/2014/main" id="{233EC0AE-A6F6-4E89-AE8B-AE7220166235}"/>
                    </a:ext>
                  </a:extLst>
                </p:cNvPr>
                <p:cNvSpPr>
                  <a:spLocks noChangeArrowheads="1"/>
                </p:cNvSpPr>
                <p:nvPr/>
              </p:nvSpPr>
              <p:spPr bwMode="auto">
                <a:xfrm>
                  <a:off x="0" y="2418"/>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72" name="Group 169">
                  <a:extLst>
                    <a:ext uri="{FF2B5EF4-FFF2-40B4-BE49-F238E27FC236}">
                      <a16:creationId xmlns:a16="http://schemas.microsoft.com/office/drawing/2014/main" id="{14DC95B8-7317-42B3-985F-19DA22C19A89}"/>
                    </a:ext>
                  </a:extLst>
                </p:cNvPr>
                <p:cNvGrpSpPr>
                  <a:grpSpLocks/>
                </p:cNvGrpSpPr>
                <p:nvPr/>
              </p:nvGrpSpPr>
              <p:grpSpPr bwMode="auto">
                <a:xfrm>
                  <a:off x="0" y="2418"/>
                  <a:ext cx="300" cy="403"/>
                  <a:chOff x="0" y="2418"/>
                  <a:chExt cx="300" cy="403"/>
                </a:xfrm>
              </p:grpSpPr>
              <p:sp>
                <p:nvSpPr>
                  <p:cNvPr id="11373" name="Rectangle 33">
                    <a:extLst>
                      <a:ext uri="{FF2B5EF4-FFF2-40B4-BE49-F238E27FC236}">
                        <a16:creationId xmlns:a16="http://schemas.microsoft.com/office/drawing/2014/main" id="{9F925BD2-F950-4118-8043-F8FD7DAE9D43}"/>
                      </a:ext>
                    </a:extLst>
                  </p:cNvPr>
                  <p:cNvSpPr>
                    <a:spLocks noChangeArrowheads="1"/>
                  </p:cNvSpPr>
                  <p:nvPr/>
                </p:nvSpPr>
                <p:spPr bwMode="auto">
                  <a:xfrm>
                    <a:off x="43" y="2418"/>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000" b="1"/>
                      <a:t>D</a:t>
                    </a:r>
                    <a:endParaRPr lang="ro-RO" altLang="ro-RO" sz="1400" b="1"/>
                  </a:p>
                  <a:p>
                    <a:pPr>
                      <a:spcBef>
                        <a:spcPct val="0"/>
                      </a:spcBef>
                      <a:buFontTx/>
                      <a:buNone/>
                    </a:pPr>
                    <a:endParaRPr lang="ro-RO" altLang="ro-RO" sz="2400"/>
                  </a:p>
                </p:txBody>
              </p:sp>
              <p:sp>
                <p:nvSpPr>
                  <p:cNvPr id="11374" name="Rectangle 168">
                    <a:extLst>
                      <a:ext uri="{FF2B5EF4-FFF2-40B4-BE49-F238E27FC236}">
                        <a16:creationId xmlns:a16="http://schemas.microsoft.com/office/drawing/2014/main" id="{839292B1-174F-48D9-AE44-F1BF35C759F9}"/>
                      </a:ext>
                    </a:extLst>
                  </p:cNvPr>
                  <p:cNvSpPr>
                    <a:spLocks noChangeArrowheads="1"/>
                  </p:cNvSpPr>
                  <p:nvPr/>
                </p:nvSpPr>
                <p:spPr bwMode="auto">
                  <a:xfrm>
                    <a:off x="0" y="2418"/>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1" name="Group 175">
                <a:extLst>
                  <a:ext uri="{FF2B5EF4-FFF2-40B4-BE49-F238E27FC236}">
                    <a16:creationId xmlns:a16="http://schemas.microsoft.com/office/drawing/2014/main" id="{A1EAD621-730E-41C8-8028-091DA075FEF3}"/>
                  </a:ext>
                </a:extLst>
              </p:cNvPr>
              <p:cNvGrpSpPr>
                <a:grpSpLocks/>
              </p:cNvGrpSpPr>
              <p:nvPr/>
            </p:nvGrpSpPr>
            <p:grpSpPr bwMode="auto">
              <a:xfrm>
                <a:off x="300" y="2418"/>
                <a:ext cx="300" cy="403"/>
                <a:chOff x="300" y="2418"/>
                <a:chExt cx="300" cy="403"/>
              </a:xfrm>
            </p:grpSpPr>
            <p:sp>
              <p:nvSpPr>
                <p:cNvPr id="11367" name="Rectangle 174">
                  <a:extLst>
                    <a:ext uri="{FF2B5EF4-FFF2-40B4-BE49-F238E27FC236}">
                      <a16:creationId xmlns:a16="http://schemas.microsoft.com/office/drawing/2014/main" id="{D6A69A73-D196-4A5C-8954-DE7432AF4E1A}"/>
                    </a:ext>
                  </a:extLst>
                </p:cNvPr>
                <p:cNvSpPr>
                  <a:spLocks noChangeArrowheads="1"/>
                </p:cNvSpPr>
                <p:nvPr/>
              </p:nvSpPr>
              <p:spPr bwMode="auto">
                <a:xfrm>
                  <a:off x="300" y="2418"/>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68" name="Group 173">
                  <a:extLst>
                    <a:ext uri="{FF2B5EF4-FFF2-40B4-BE49-F238E27FC236}">
                      <a16:creationId xmlns:a16="http://schemas.microsoft.com/office/drawing/2014/main" id="{C01CA6C4-BF2E-4493-AF71-1C986DEA793B}"/>
                    </a:ext>
                  </a:extLst>
                </p:cNvPr>
                <p:cNvGrpSpPr>
                  <a:grpSpLocks/>
                </p:cNvGrpSpPr>
                <p:nvPr/>
              </p:nvGrpSpPr>
              <p:grpSpPr bwMode="auto">
                <a:xfrm>
                  <a:off x="300" y="2418"/>
                  <a:ext cx="300" cy="403"/>
                  <a:chOff x="300" y="2418"/>
                  <a:chExt cx="300" cy="403"/>
                </a:xfrm>
              </p:grpSpPr>
              <p:sp>
                <p:nvSpPr>
                  <p:cNvPr id="11369" name="Rectangle 34">
                    <a:extLst>
                      <a:ext uri="{FF2B5EF4-FFF2-40B4-BE49-F238E27FC236}">
                        <a16:creationId xmlns:a16="http://schemas.microsoft.com/office/drawing/2014/main" id="{9AADE95A-AFE3-4649-842A-CC2A473C4E1B}"/>
                      </a:ext>
                    </a:extLst>
                  </p:cNvPr>
                  <p:cNvSpPr>
                    <a:spLocks noChangeArrowheads="1"/>
                  </p:cNvSpPr>
                  <p:nvPr/>
                </p:nvSpPr>
                <p:spPr bwMode="auto">
                  <a:xfrm>
                    <a:off x="343" y="2418"/>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70" name="Rectangle 172">
                    <a:extLst>
                      <a:ext uri="{FF2B5EF4-FFF2-40B4-BE49-F238E27FC236}">
                        <a16:creationId xmlns:a16="http://schemas.microsoft.com/office/drawing/2014/main" id="{F9B96BB0-C605-4EBD-9929-B78522CCA1F6}"/>
                      </a:ext>
                    </a:extLst>
                  </p:cNvPr>
                  <p:cNvSpPr>
                    <a:spLocks noChangeArrowheads="1"/>
                  </p:cNvSpPr>
                  <p:nvPr/>
                </p:nvSpPr>
                <p:spPr bwMode="auto">
                  <a:xfrm>
                    <a:off x="300" y="2418"/>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2" name="Group 179">
                <a:extLst>
                  <a:ext uri="{FF2B5EF4-FFF2-40B4-BE49-F238E27FC236}">
                    <a16:creationId xmlns:a16="http://schemas.microsoft.com/office/drawing/2014/main" id="{EF67B745-5053-4CB4-8BE6-B3AAADB4EC96}"/>
                  </a:ext>
                </a:extLst>
              </p:cNvPr>
              <p:cNvGrpSpPr>
                <a:grpSpLocks/>
              </p:cNvGrpSpPr>
              <p:nvPr/>
            </p:nvGrpSpPr>
            <p:grpSpPr bwMode="auto">
              <a:xfrm>
                <a:off x="600" y="2418"/>
                <a:ext cx="300" cy="403"/>
                <a:chOff x="600" y="2418"/>
                <a:chExt cx="300" cy="403"/>
              </a:xfrm>
            </p:grpSpPr>
            <p:sp>
              <p:nvSpPr>
                <p:cNvPr id="11363" name="Rectangle 178">
                  <a:extLst>
                    <a:ext uri="{FF2B5EF4-FFF2-40B4-BE49-F238E27FC236}">
                      <a16:creationId xmlns:a16="http://schemas.microsoft.com/office/drawing/2014/main" id="{86E3CA6C-5631-44FA-88B7-9529A29E6D61}"/>
                    </a:ext>
                  </a:extLst>
                </p:cNvPr>
                <p:cNvSpPr>
                  <a:spLocks noChangeArrowheads="1"/>
                </p:cNvSpPr>
                <p:nvPr/>
              </p:nvSpPr>
              <p:spPr bwMode="auto">
                <a:xfrm>
                  <a:off x="600" y="2418"/>
                  <a:ext cx="300"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64" name="Group 177">
                  <a:extLst>
                    <a:ext uri="{FF2B5EF4-FFF2-40B4-BE49-F238E27FC236}">
                      <a16:creationId xmlns:a16="http://schemas.microsoft.com/office/drawing/2014/main" id="{AA579E1F-5E3C-4D17-A914-C85DFF1943A1}"/>
                    </a:ext>
                  </a:extLst>
                </p:cNvPr>
                <p:cNvGrpSpPr>
                  <a:grpSpLocks/>
                </p:cNvGrpSpPr>
                <p:nvPr/>
              </p:nvGrpSpPr>
              <p:grpSpPr bwMode="auto">
                <a:xfrm>
                  <a:off x="600" y="2418"/>
                  <a:ext cx="300" cy="403"/>
                  <a:chOff x="600" y="2418"/>
                  <a:chExt cx="300" cy="403"/>
                </a:xfrm>
              </p:grpSpPr>
              <p:sp>
                <p:nvSpPr>
                  <p:cNvPr id="11365" name="Rectangle 35">
                    <a:extLst>
                      <a:ext uri="{FF2B5EF4-FFF2-40B4-BE49-F238E27FC236}">
                        <a16:creationId xmlns:a16="http://schemas.microsoft.com/office/drawing/2014/main" id="{75EC65CC-05B5-4BB9-B811-A26005D5FB4C}"/>
                      </a:ext>
                    </a:extLst>
                  </p:cNvPr>
                  <p:cNvSpPr>
                    <a:spLocks noChangeArrowheads="1"/>
                  </p:cNvSpPr>
                  <p:nvPr/>
                </p:nvSpPr>
                <p:spPr bwMode="auto">
                  <a:xfrm>
                    <a:off x="643" y="2418"/>
                    <a:ext cx="214" cy="4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66" name="Rectangle 176">
                    <a:extLst>
                      <a:ext uri="{FF2B5EF4-FFF2-40B4-BE49-F238E27FC236}">
                        <a16:creationId xmlns:a16="http://schemas.microsoft.com/office/drawing/2014/main" id="{4A0B7A9F-E1C1-4905-9FA5-054AD8D69915}"/>
                      </a:ext>
                    </a:extLst>
                  </p:cNvPr>
                  <p:cNvSpPr>
                    <a:spLocks noChangeArrowheads="1"/>
                  </p:cNvSpPr>
                  <p:nvPr/>
                </p:nvSpPr>
                <p:spPr bwMode="auto">
                  <a:xfrm>
                    <a:off x="600" y="2418"/>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3" name="Group 183">
                <a:extLst>
                  <a:ext uri="{FF2B5EF4-FFF2-40B4-BE49-F238E27FC236}">
                    <a16:creationId xmlns:a16="http://schemas.microsoft.com/office/drawing/2014/main" id="{1EBE1F2A-F708-41B8-BA21-9DA4BE3F48DF}"/>
                  </a:ext>
                </a:extLst>
              </p:cNvPr>
              <p:cNvGrpSpPr>
                <a:grpSpLocks/>
              </p:cNvGrpSpPr>
              <p:nvPr/>
            </p:nvGrpSpPr>
            <p:grpSpPr bwMode="auto">
              <a:xfrm>
                <a:off x="900" y="2418"/>
                <a:ext cx="300" cy="403"/>
                <a:chOff x="900" y="2418"/>
                <a:chExt cx="300" cy="403"/>
              </a:xfrm>
            </p:grpSpPr>
            <p:sp>
              <p:nvSpPr>
                <p:cNvPr id="11359" name="Rectangle 182">
                  <a:extLst>
                    <a:ext uri="{FF2B5EF4-FFF2-40B4-BE49-F238E27FC236}">
                      <a16:creationId xmlns:a16="http://schemas.microsoft.com/office/drawing/2014/main" id="{6EBC9F3C-FDBD-4D72-B82A-E78D7B6F8F7F}"/>
                    </a:ext>
                  </a:extLst>
                </p:cNvPr>
                <p:cNvSpPr>
                  <a:spLocks noChangeArrowheads="1"/>
                </p:cNvSpPr>
                <p:nvPr/>
              </p:nvSpPr>
              <p:spPr bwMode="auto">
                <a:xfrm>
                  <a:off x="900" y="2418"/>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60" name="Group 181">
                  <a:extLst>
                    <a:ext uri="{FF2B5EF4-FFF2-40B4-BE49-F238E27FC236}">
                      <a16:creationId xmlns:a16="http://schemas.microsoft.com/office/drawing/2014/main" id="{9262516C-74E7-4EF9-9C82-D7D841C8FC26}"/>
                    </a:ext>
                  </a:extLst>
                </p:cNvPr>
                <p:cNvGrpSpPr>
                  <a:grpSpLocks/>
                </p:cNvGrpSpPr>
                <p:nvPr/>
              </p:nvGrpSpPr>
              <p:grpSpPr bwMode="auto">
                <a:xfrm>
                  <a:off x="900" y="2418"/>
                  <a:ext cx="300" cy="403"/>
                  <a:chOff x="900" y="2418"/>
                  <a:chExt cx="300" cy="403"/>
                </a:xfrm>
              </p:grpSpPr>
              <p:sp>
                <p:nvSpPr>
                  <p:cNvPr id="11361" name="Rectangle 36">
                    <a:extLst>
                      <a:ext uri="{FF2B5EF4-FFF2-40B4-BE49-F238E27FC236}">
                        <a16:creationId xmlns:a16="http://schemas.microsoft.com/office/drawing/2014/main" id="{EA715F55-CE1E-456F-8838-56B776F2ECC3}"/>
                      </a:ext>
                    </a:extLst>
                  </p:cNvPr>
                  <p:cNvSpPr>
                    <a:spLocks noChangeArrowheads="1"/>
                  </p:cNvSpPr>
                  <p:nvPr/>
                </p:nvSpPr>
                <p:spPr bwMode="auto">
                  <a:xfrm>
                    <a:off x="943" y="2418"/>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62" name="Rectangle 180">
                    <a:extLst>
                      <a:ext uri="{FF2B5EF4-FFF2-40B4-BE49-F238E27FC236}">
                        <a16:creationId xmlns:a16="http://schemas.microsoft.com/office/drawing/2014/main" id="{227AD559-FE0F-4B69-9B45-4CFD93747F24}"/>
                      </a:ext>
                    </a:extLst>
                  </p:cNvPr>
                  <p:cNvSpPr>
                    <a:spLocks noChangeArrowheads="1"/>
                  </p:cNvSpPr>
                  <p:nvPr/>
                </p:nvSpPr>
                <p:spPr bwMode="auto">
                  <a:xfrm>
                    <a:off x="900" y="2418"/>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4" name="Group 187">
                <a:extLst>
                  <a:ext uri="{FF2B5EF4-FFF2-40B4-BE49-F238E27FC236}">
                    <a16:creationId xmlns:a16="http://schemas.microsoft.com/office/drawing/2014/main" id="{DA9970A9-2722-4B7A-9C52-32ADB2164286}"/>
                  </a:ext>
                </a:extLst>
              </p:cNvPr>
              <p:cNvGrpSpPr>
                <a:grpSpLocks/>
              </p:cNvGrpSpPr>
              <p:nvPr/>
            </p:nvGrpSpPr>
            <p:grpSpPr bwMode="auto">
              <a:xfrm>
                <a:off x="1200" y="2418"/>
                <a:ext cx="308" cy="403"/>
                <a:chOff x="1200" y="2418"/>
                <a:chExt cx="308" cy="403"/>
              </a:xfrm>
            </p:grpSpPr>
            <p:sp>
              <p:nvSpPr>
                <p:cNvPr id="11355" name="Rectangle 186">
                  <a:extLst>
                    <a:ext uri="{FF2B5EF4-FFF2-40B4-BE49-F238E27FC236}">
                      <a16:creationId xmlns:a16="http://schemas.microsoft.com/office/drawing/2014/main" id="{1DDF586C-C601-43C9-A23A-409339D0A96C}"/>
                    </a:ext>
                  </a:extLst>
                </p:cNvPr>
                <p:cNvSpPr>
                  <a:spLocks noChangeArrowheads="1"/>
                </p:cNvSpPr>
                <p:nvPr/>
              </p:nvSpPr>
              <p:spPr bwMode="auto">
                <a:xfrm>
                  <a:off x="1200" y="2418"/>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56" name="Group 185">
                  <a:extLst>
                    <a:ext uri="{FF2B5EF4-FFF2-40B4-BE49-F238E27FC236}">
                      <a16:creationId xmlns:a16="http://schemas.microsoft.com/office/drawing/2014/main" id="{3DBBDF5A-2BF3-4757-85FF-88B0B6FB3598}"/>
                    </a:ext>
                  </a:extLst>
                </p:cNvPr>
                <p:cNvGrpSpPr>
                  <a:grpSpLocks/>
                </p:cNvGrpSpPr>
                <p:nvPr/>
              </p:nvGrpSpPr>
              <p:grpSpPr bwMode="auto">
                <a:xfrm>
                  <a:off x="1200" y="2418"/>
                  <a:ext cx="308" cy="403"/>
                  <a:chOff x="1200" y="2418"/>
                  <a:chExt cx="308" cy="403"/>
                </a:xfrm>
              </p:grpSpPr>
              <p:sp>
                <p:nvSpPr>
                  <p:cNvPr id="11357" name="Rectangle 37">
                    <a:extLst>
                      <a:ext uri="{FF2B5EF4-FFF2-40B4-BE49-F238E27FC236}">
                        <a16:creationId xmlns:a16="http://schemas.microsoft.com/office/drawing/2014/main" id="{9B8F5E5A-8168-494A-88F2-809712EC88A3}"/>
                      </a:ext>
                    </a:extLst>
                  </p:cNvPr>
                  <p:cNvSpPr>
                    <a:spLocks noChangeArrowheads="1"/>
                  </p:cNvSpPr>
                  <p:nvPr/>
                </p:nvSpPr>
                <p:spPr bwMode="auto">
                  <a:xfrm>
                    <a:off x="1243" y="2418"/>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58" name="Rectangle 184">
                    <a:extLst>
                      <a:ext uri="{FF2B5EF4-FFF2-40B4-BE49-F238E27FC236}">
                        <a16:creationId xmlns:a16="http://schemas.microsoft.com/office/drawing/2014/main" id="{E30CB7DA-B661-4CED-B129-5D831BC129C2}"/>
                      </a:ext>
                    </a:extLst>
                  </p:cNvPr>
                  <p:cNvSpPr>
                    <a:spLocks noChangeArrowheads="1"/>
                  </p:cNvSpPr>
                  <p:nvPr/>
                </p:nvSpPr>
                <p:spPr bwMode="auto">
                  <a:xfrm>
                    <a:off x="1200" y="2418"/>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5" name="Group 191">
                <a:extLst>
                  <a:ext uri="{FF2B5EF4-FFF2-40B4-BE49-F238E27FC236}">
                    <a16:creationId xmlns:a16="http://schemas.microsoft.com/office/drawing/2014/main" id="{4F3050CE-2019-42F0-A820-9E0A914664DD}"/>
                  </a:ext>
                </a:extLst>
              </p:cNvPr>
              <p:cNvGrpSpPr>
                <a:grpSpLocks/>
              </p:cNvGrpSpPr>
              <p:nvPr/>
            </p:nvGrpSpPr>
            <p:grpSpPr bwMode="auto">
              <a:xfrm>
                <a:off x="0" y="2821"/>
                <a:ext cx="300" cy="403"/>
                <a:chOff x="0" y="2821"/>
                <a:chExt cx="300" cy="403"/>
              </a:xfrm>
            </p:grpSpPr>
            <p:sp>
              <p:nvSpPr>
                <p:cNvPr id="11351" name="Rectangle 190">
                  <a:extLst>
                    <a:ext uri="{FF2B5EF4-FFF2-40B4-BE49-F238E27FC236}">
                      <a16:creationId xmlns:a16="http://schemas.microsoft.com/office/drawing/2014/main" id="{964B5DFB-91D9-4F88-BB66-1C3C568756F0}"/>
                    </a:ext>
                  </a:extLst>
                </p:cNvPr>
                <p:cNvSpPr>
                  <a:spLocks noChangeArrowheads="1"/>
                </p:cNvSpPr>
                <p:nvPr/>
              </p:nvSpPr>
              <p:spPr bwMode="auto">
                <a:xfrm>
                  <a:off x="0" y="2821"/>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52" name="Group 189">
                  <a:extLst>
                    <a:ext uri="{FF2B5EF4-FFF2-40B4-BE49-F238E27FC236}">
                      <a16:creationId xmlns:a16="http://schemas.microsoft.com/office/drawing/2014/main" id="{4872D00F-7FF4-498F-A491-94500D4B511A}"/>
                    </a:ext>
                  </a:extLst>
                </p:cNvPr>
                <p:cNvGrpSpPr>
                  <a:grpSpLocks/>
                </p:cNvGrpSpPr>
                <p:nvPr/>
              </p:nvGrpSpPr>
              <p:grpSpPr bwMode="auto">
                <a:xfrm>
                  <a:off x="0" y="2821"/>
                  <a:ext cx="300" cy="403"/>
                  <a:chOff x="0" y="2821"/>
                  <a:chExt cx="300" cy="403"/>
                </a:xfrm>
              </p:grpSpPr>
              <p:sp>
                <p:nvSpPr>
                  <p:cNvPr id="11353" name="Rectangle 38">
                    <a:extLst>
                      <a:ext uri="{FF2B5EF4-FFF2-40B4-BE49-F238E27FC236}">
                        <a16:creationId xmlns:a16="http://schemas.microsoft.com/office/drawing/2014/main" id="{13D37117-6495-4437-B2FC-BBE0C4CB7BFE}"/>
                      </a:ext>
                    </a:extLst>
                  </p:cNvPr>
                  <p:cNvSpPr>
                    <a:spLocks noChangeArrowheads="1"/>
                  </p:cNvSpPr>
                  <p:nvPr/>
                </p:nvSpPr>
                <p:spPr bwMode="auto">
                  <a:xfrm>
                    <a:off x="43" y="2821"/>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54" name="Rectangle 188">
                    <a:extLst>
                      <a:ext uri="{FF2B5EF4-FFF2-40B4-BE49-F238E27FC236}">
                        <a16:creationId xmlns:a16="http://schemas.microsoft.com/office/drawing/2014/main" id="{8FE2B133-73D5-4BD7-8A7C-3A11EA05271F}"/>
                      </a:ext>
                    </a:extLst>
                  </p:cNvPr>
                  <p:cNvSpPr>
                    <a:spLocks noChangeArrowheads="1"/>
                  </p:cNvSpPr>
                  <p:nvPr/>
                </p:nvSpPr>
                <p:spPr bwMode="auto">
                  <a:xfrm>
                    <a:off x="0" y="2821"/>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6" name="Group 195">
                <a:extLst>
                  <a:ext uri="{FF2B5EF4-FFF2-40B4-BE49-F238E27FC236}">
                    <a16:creationId xmlns:a16="http://schemas.microsoft.com/office/drawing/2014/main" id="{9BD69DFE-D739-4ECF-8548-20F1880151E6}"/>
                  </a:ext>
                </a:extLst>
              </p:cNvPr>
              <p:cNvGrpSpPr>
                <a:grpSpLocks/>
              </p:cNvGrpSpPr>
              <p:nvPr/>
            </p:nvGrpSpPr>
            <p:grpSpPr bwMode="auto">
              <a:xfrm>
                <a:off x="300" y="2821"/>
                <a:ext cx="300" cy="403"/>
                <a:chOff x="300" y="2821"/>
                <a:chExt cx="300" cy="403"/>
              </a:xfrm>
            </p:grpSpPr>
            <p:sp>
              <p:nvSpPr>
                <p:cNvPr id="11347" name="Rectangle 194">
                  <a:extLst>
                    <a:ext uri="{FF2B5EF4-FFF2-40B4-BE49-F238E27FC236}">
                      <a16:creationId xmlns:a16="http://schemas.microsoft.com/office/drawing/2014/main" id="{B5CC4C24-A86B-4C6B-B611-1FAA9C2B27B9}"/>
                    </a:ext>
                  </a:extLst>
                </p:cNvPr>
                <p:cNvSpPr>
                  <a:spLocks noChangeArrowheads="1"/>
                </p:cNvSpPr>
                <p:nvPr/>
              </p:nvSpPr>
              <p:spPr bwMode="auto">
                <a:xfrm>
                  <a:off x="300" y="2821"/>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48" name="Group 193">
                  <a:extLst>
                    <a:ext uri="{FF2B5EF4-FFF2-40B4-BE49-F238E27FC236}">
                      <a16:creationId xmlns:a16="http://schemas.microsoft.com/office/drawing/2014/main" id="{F3FD7652-E6A7-4EC2-AB82-1CA643D53CAF}"/>
                    </a:ext>
                  </a:extLst>
                </p:cNvPr>
                <p:cNvGrpSpPr>
                  <a:grpSpLocks/>
                </p:cNvGrpSpPr>
                <p:nvPr/>
              </p:nvGrpSpPr>
              <p:grpSpPr bwMode="auto">
                <a:xfrm>
                  <a:off x="300" y="2821"/>
                  <a:ext cx="300" cy="403"/>
                  <a:chOff x="300" y="2821"/>
                  <a:chExt cx="300" cy="403"/>
                </a:xfrm>
              </p:grpSpPr>
              <p:sp>
                <p:nvSpPr>
                  <p:cNvPr id="11349" name="Rectangle 39">
                    <a:extLst>
                      <a:ext uri="{FF2B5EF4-FFF2-40B4-BE49-F238E27FC236}">
                        <a16:creationId xmlns:a16="http://schemas.microsoft.com/office/drawing/2014/main" id="{F5051F2A-5A2F-4C21-88B3-2B3662275E48}"/>
                      </a:ext>
                    </a:extLst>
                  </p:cNvPr>
                  <p:cNvSpPr>
                    <a:spLocks noChangeArrowheads="1"/>
                  </p:cNvSpPr>
                  <p:nvPr/>
                </p:nvSpPr>
                <p:spPr bwMode="auto">
                  <a:xfrm>
                    <a:off x="343" y="2821"/>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50" name="Rectangle 192">
                    <a:extLst>
                      <a:ext uri="{FF2B5EF4-FFF2-40B4-BE49-F238E27FC236}">
                        <a16:creationId xmlns:a16="http://schemas.microsoft.com/office/drawing/2014/main" id="{4075FCD2-5665-4238-8FBB-4D953C3046D8}"/>
                      </a:ext>
                    </a:extLst>
                  </p:cNvPr>
                  <p:cNvSpPr>
                    <a:spLocks noChangeArrowheads="1"/>
                  </p:cNvSpPr>
                  <p:nvPr/>
                </p:nvSpPr>
                <p:spPr bwMode="auto">
                  <a:xfrm>
                    <a:off x="300" y="2821"/>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7" name="Group 199">
                <a:extLst>
                  <a:ext uri="{FF2B5EF4-FFF2-40B4-BE49-F238E27FC236}">
                    <a16:creationId xmlns:a16="http://schemas.microsoft.com/office/drawing/2014/main" id="{C99A995B-EA14-4057-8B92-DB401C30B847}"/>
                  </a:ext>
                </a:extLst>
              </p:cNvPr>
              <p:cNvGrpSpPr>
                <a:grpSpLocks/>
              </p:cNvGrpSpPr>
              <p:nvPr/>
            </p:nvGrpSpPr>
            <p:grpSpPr bwMode="auto">
              <a:xfrm>
                <a:off x="600" y="2821"/>
                <a:ext cx="300" cy="403"/>
                <a:chOff x="600" y="2821"/>
                <a:chExt cx="300" cy="403"/>
              </a:xfrm>
            </p:grpSpPr>
            <p:sp>
              <p:nvSpPr>
                <p:cNvPr id="11343" name="Rectangle 198">
                  <a:extLst>
                    <a:ext uri="{FF2B5EF4-FFF2-40B4-BE49-F238E27FC236}">
                      <a16:creationId xmlns:a16="http://schemas.microsoft.com/office/drawing/2014/main" id="{EEB770DF-06C6-4540-A344-666A2CD9696D}"/>
                    </a:ext>
                  </a:extLst>
                </p:cNvPr>
                <p:cNvSpPr>
                  <a:spLocks noChangeArrowheads="1"/>
                </p:cNvSpPr>
                <p:nvPr/>
              </p:nvSpPr>
              <p:spPr bwMode="auto">
                <a:xfrm>
                  <a:off x="600" y="2821"/>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44" name="Group 197">
                  <a:extLst>
                    <a:ext uri="{FF2B5EF4-FFF2-40B4-BE49-F238E27FC236}">
                      <a16:creationId xmlns:a16="http://schemas.microsoft.com/office/drawing/2014/main" id="{3F121AF6-9AC9-404C-B6AB-FF45BA911756}"/>
                    </a:ext>
                  </a:extLst>
                </p:cNvPr>
                <p:cNvGrpSpPr>
                  <a:grpSpLocks/>
                </p:cNvGrpSpPr>
                <p:nvPr/>
              </p:nvGrpSpPr>
              <p:grpSpPr bwMode="auto">
                <a:xfrm>
                  <a:off x="600" y="2821"/>
                  <a:ext cx="300" cy="403"/>
                  <a:chOff x="600" y="2821"/>
                  <a:chExt cx="300" cy="403"/>
                </a:xfrm>
              </p:grpSpPr>
              <p:sp>
                <p:nvSpPr>
                  <p:cNvPr id="11345" name="Rectangle 40">
                    <a:extLst>
                      <a:ext uri="{FF2B5EF4-FFF2-40B4-BE49-F238E27FC236}">
                        <a16:creationId xmlns:a16="http://schemas.microsoft.com/office/drawing/2014/main" id="{4086FD63-D6DB-4F1B-B026-3F4D71D7434B}"/>
                      </a:ext>
                    </a:extLst>
                  </p:cNvPr>
                  <p:cNvSpPr>
                    <a:spLocks noChangeArrowheads="1"/>
                  </p:cNvSpPr>
                  <p:nvPr/>
                </p:nvSpPr>
                <p:spPr bwMode="auto">
                  <a:xfrm>
                    <a:off x="643" y="2821"/>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46" name="Rectangle 196">
                    <a:extLst>
                      <a:ext uri="{FF2B5EF4-FFF2-40B4-BE49-F238E27FC236}">
                        <a16:creationId xmlns:a16="http://schemas.microsoft.com/office/drawing/2014/main" id="{BD6F1646-5F70-48A6-AB66-3526330000DA}"/>
                      </a:ext>
                    </a:extLst>
                  </p:cNvPr>
                  <p:cNvSpPr>
                    <a:spLocks noChangeArrowheads="1"/>
                  </p:cNvSpPr>
                  <p:nvPr/>
                </p:nvSpPr>
                <p:spPr bwMode="auto">
                  <a:xfrm>
                    <a:off x="600" y="2821"/>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8" name="Group 203">
                <a:extLst>
                  <a:ext uri="{FF2B5EF4-FFF2-40B4-BE49-F238E27FC236}">
                    <a16:creationId xmlns:a16="http://schemas.microsoft.com/office/drawing/2014/main" id="{CAC706E1-AF63-4500-A016-0A1ADB3CF00B}"/>
                  </a:ext>
                </a:extLst>
              </p:cNvPr>
              <p:cNvGrpSpPr>
                <a:grpSpLocks/>
              </p:cNvGrpSpPr>
              <p:nvPr/>
            </p:nvGrpSpPr>
            <p:grpSpPr bwMode="auto">
              <a:xfrm>
                <a:off x="900" y="2821"/>
                <a:ext cx="300" cy="403"/>
                <a:chOff x="900" y="2821"/>
                <a:chExt cx="300" cy="403"/>
              </a:xfrm>
            </p:grpSpPr>
            <p:sp>
              <p:nvSpPr>
                <p:cNvPr id="11339" name="Rectangle 202">
                  <a:extLst>
                    <a:ext uri="{FF2B5EF4-FFF2-40B4-BE49-F238E27FC236}">
                      <a16:creationId xmlns:a16="http://schemas.microsoft.com/office/drawing/2014/main" id="{3B861DA5-8B79-433E-A932-9A4E6BC5AA60}"/>
                    </a:ext>
                  </a:extLst>
                </p:cNvPr>
                <p:cNvSpPr>
                  <a:spLocks noChangeArrowheads="1"/>
                </p:cNvSpPr>
                <p:nvPr/>
              </p:nvSpPr>
              <p:spPr bwMode="auto">
                <a:xfrm>
                  <a:off x="900" y="2821"/>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40" name="Group 201">
                  <a:extLst>
                    <a:ext uri="{FF2B5EF4-FFF2-40B4-BE49-F238E27FC236}">
                      <a16:creationId xmlns:a16="http://schemas.microsoft.com/office/drawing/2014/main" id="{A7F731CD-9144-4AEA-8EAC-17C43B947CE5}"/>
                    </a:ext>
                  </a:extLst>
                </p:cNvPr>
                <p:cNvGrpSpPr>
                  <a:grpSpLocks/>
                </p:cNvGrpSpPr>
                <p:nvPr/>
              </p:nvGrpSpPr>
              <p:grpSpPr bwMode="auto">
                <a:xfrm>
                  <a:off x="900" y="2821"/>
                  <a:ext cx="300" cy="403"/>
                  <a:chOff x="900" y="2821"/>
                  <a:chExt cx="300" cy="403"/>
                </a:xfrm>
              </p:grpSpPr>
              <p:sp>
                <p:nvSpPr>
                  <p:cNvPr id="11341" name="Rectangle 41">
                    <a:extLst>
                      <a:ext uri="{FF2B5EF4-FFF2-40B4-BE49-F238E27FC236}">
                        <a16:creationId xmlns:a16="http://schemas.microsoft.com/office/drawing/2014/main" id="{FFF4DDA9-1691-44AA-9ABC-2C6318BC0916}"/>
                      </a:ext>
                    </a:extLst>
                  </p:cNvPr>
                  <p:cNvSpPr>
                    <a:spLocks noChangeArrowheads="1"/>
                  </p:cNvSpPr>
                  <p:nvPr/>
                </p:nvSpPr>
                <p:spPr bwMode="auto">
                  <a:xfrm>
                    <a:off x="943" y="2821"/>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42" name="Rectangle 200">
                    <a:extLst>
                      <a:ext uri="{FF2B5EF4-FFF2-40B4-BE49-F238E27FC236}">
                        <a16:creationId xmlns:a16="http://schemas.microsoft.com/office/drawing/2014/main" id="{6EFD1EB6-C5F6-4FBB-BCF8-2121B002F862}"/>
                      </a:ext>
                    </a:extLst>
                  </p:cNvPr>
                  <p:cNvSpPr>
                    <a:spLocks noChangeArrowheads="1"/>
                  </p:cNvSpPr>
                  <p:nvPr/>
                </p:nvSpPr>
                <p:spPr bwMode="auto">
                  <a:xfrm>
                    <a:off x="900" y="2821"/>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09" name="Group 207">
                <a:extLst>
                  <a:ext uri="{FF2B5EF4-FFF2-40B4-BE49-F238E27FC236}">
                    <a16:creationId xmlns:a16="http://schemas.microsoft.com/office/drawing/2014/main" id="{5ABFDDE4-19BF-4FAD-8588-311EC3B67420}"/>
                  </a:ext>
                </a:extLst>
              </p:cNvPr>
              <p:cNvGrpSpPr>
                <a:grpSpLocks/>
              </p:cNvGrpSpPr>
              <p:nvPr/>
            </p:nvGrpSpPr>
            <p:grpSpPr bwMode="auto">
              <a:xfrm>
                <a:off x="1200" y="2821"/>
                <a:ext cx="308" cy="403"/>
                <a:chOff x="1200" y="2821"/>
                <a:chExt cx="308" cy="403"/>
              </a:xfrm>
            </p:grpSpPr>
            <p:sp>
              <p:nvSpPr>
                <p:cNvPr id="11335" name="Rectangle 206">
                  <a:extLst>
                    <a:ext uri="{FF2B5EF4-FFF2-40B4-BE49-F238E27FC236}">
                      <a16:creationId xmlns:a16="http://schemas.microsoft.com/office/drawing/2014/main" id="{D0A5CAC5-D3ED-42E0-9BD3-AA2541167FC5}"/>
                    </a:ext>
                  </a:extLst>
                </p:cNvPr>
                <p:cNvSpPr>
                  <a:spLocks noChangeArrowheads="1"/>
                </p:cNvSpPr>
                <p:nvPr/>
              </p:nvSpPr>
              <p:spPr bwMode="auto">
                <a:xfrm>
                  <a:off x="1200" y="2821"/>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36" name="Group 205">
                  <a:extLst>
                    <a:ext uri="{FF2B5EF4-FFF2-40B4-BE49-F238E27FC236}">
                      <a16:creationId xmlns:a16="http://schemas.microsoft.com/office/drawing/2014/main" id="{67371C0D-E13A-4B37-8C68-D27DD5402C55}"/>
                    </a:ext>
                  </a:extLst>
                </p:cNvPr>
                <p:cNvGrpSpPr>
                  <a:grpSpLocks/>
                </p:cNvGrpSpPr>
                <p:nvPr/>
              </p:nvGrpSpPr>
              <p:grpSpPr bwMode="auto">
                <a:xfrm>
                  <a:off x="1200" y="2821"/>
                  <a:ext cx="308" cy="403"/>
                  <a:chOff x="1200" y="2821"/>
                  <a:chExt cx="308" cy="403"/>
                </a:xfrm>
              </p:grpSpPr>
              <p:sp>
                <p:nvSpPr>
                  <p:cNvPr id="11337" name="Rectangle 42">
                    <a:extLst>
                      <a:ext uri="{FF2B5EF4-FFF2-40B4-BE49-F238E27FC236}">
                        <a16:creationId xmlns:a16="http://schemas.microsoft.com/office/drawing/2014/main" id="{4947D26C-876C-4755-AFE1-C38E54D548C2}"/>
                      </a:ext>
                    </a:extLst>
                  </p:cNvPr>
                  <p:cNvSpPr>
                    <a:spLocks noChangeArrowheads="1"/>
                  </p:cNvSpPr>
                  <p:nvPr/>
                </p:nvSpPr>
                <p:spPr bwMode="auto">
                  <a:xfrm>
                    <a:off x="1243" y="2821"/>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38" name="Rectangle 204">
                    <a:extLst>
                      <a:ext uri="{FF2B5EF4-FFF2-40B4-BE49-F238E27FC236}">
                        <a16:creationId xmlns:a16="http://schemas.microsoft.com/office/drawing/2014/main" id="{CBAEEDF1-546B-4005-9E2E-1610ED8FF1EF}"/>
                      </a:ext>
                    </a:extLst>
                  </p:cNvPr>
                  <p:cNvSpPr>
                    <a:spLocks noChangeArrowheads="1"/>
                  </p:cNvSpPr>
                  <p:nvPr/>
                </p:nvSpPr>
                <p:spPr bwMode="auto">
                  <a:xfrm>
                    <a:off x="1200" y="2821"/>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10" name="Group 211">
                <a:extLst>
                  <a:ext uri="{FF2B5EF4-FFF2-40B4-BE49-F238E27FC236}">
                    <a16:creationId xmlns:a16="http://schemas.microsoft.com/office/drawing/2014/main" id="{A75E28DA-63BA-4C32-A640-9C1A39F6A175}"/>
                  </a:ext>
                </a:extLst>
              </p:cNvPr>
              <p:cNvGrpSpPr>
                <a:grpSpLocks/>
              </p:cNvGrpSpPr>
              <p:nvPr/>
            </p:nvGrpSpPr>
            <p:grpSpPr bwMode="auto">
              <a:xfrm>
                <a:off x="0" y="3224"/>
                <a:ext cx="300" cy="403"/>
                <a:chOff x="0" y="3224"/>
                <a:chExt cx="300" cy="403"/>
              </a:xfrm>
            </p:grpSpPr>
            <p:sp>
              <p:nvSpPr>
                <p:cNvPr id="11331" name="Rectangle 210">
                  <a:extLst>
                    <a:ext uri="{FF2B5EF4-FFF2-40B4-BE49-F238E27FC236}">
                      <a16:creationId xmlns:a16="http://schemas.microsoft.com/office/drawing/2014/main" id="{9D64F7E4-B5B8-4A08-AAB6-DD7ABDEB945F}"/>
                    </a:ext>
                  </a:extLst>
                </p:cNvPr>
                <p:cNvSpPr>
                  <a:spLocks noChangeArrowheads="1"/>
                </p:cNvSpPr>
                <p:nvPr/>
              </p:nvSpPr>
              <p:spPr bwMode="auto">
                <a:xfrm>
                  <a:off x="0" y="3224"/>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32" name="Group 209">
                  <a:extLst>
                    <a:ext uri="{FF2B5EF4-FFF2-40B4-BE49-F238E27FC236}">
                      <a16:creationId xmlns:a16="http://schemas.microsoft.com/office/drawing/2014/main" id="{FEDD605E-D77C-4531-8C7C-36AB5EAAD728}"/>
                    </a:ext>
                  </a:extLst>
                </p:cNvPr>
                <p:cNvGrpSpPr>
                  <a:grpSpLocks/>
                </p:cNvGrpSpPr>
                <p:nvPr/>
              </p:nvGrpSpPr>
              <p:grpSpPr bwMode="auto">
                <a:xfrm>
                  <a:off x="0" y="3224"/>
                  <a:ext cx="300" cy="403"/>
                  <a:chOff x="0" y="3224"/>
                  <a:chExt cx="300" cy="403"/>
                </a:xfrm>
              </p:grpSpPr>
              <p:sp>
                <p:nvSpPr>
                  <p:cNvPr id="11333" name="Rectangle 43">
                    <a:extLst>
                      <a:ext uri="{FF2B5EF4-FFF2-40B4-BE49-F238E27FC236}">
                        <a16:creationId xmlns:a16="http://schemas.microsoft.com/office/drawing/2014/main" id="{A8222C45-A18C-4ED9-AB4E-75AFB60C9D30}"/>
                      </a:ext>
                    </a:extLst>
                  </p:cNvPr>
                  <p:cNvSpPr>
                    <a:spLocks noChangeArrowheads="1"/>
                  </p:cNvSpPr>
                  <p:nvPr/>
                </p:nvSpPr>
                <p:spPr bwMode="auto">
                  <a:xfrm>
                    <a:off x="43" y="3224"/>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34" name="Rectangle 208">
                    <a:extLst>
                      <a:ext uri="{FF2B5EF4-FFF2-40B4-BE49-F238E27FC236}">
                        <a16:creationId xmlns:a16="http://schemas.microsoft.com/office/drawing/2014/main" id="{8CA24CDD-DD9D-45C9-8F6C-A7E3A56DB6D6}"/>
                      </a:ext>
                    </a:extLst>
                  </p:cNvPr>
                  <p:cNvSpPr>
                    <a:spLocks noChangeArrowheads="1"/>
                  </p:cNvSpPr>
                  <p:nvPr/>
                </p:nvSpPr>
                <p:spPr bwMode="auto">
                  <a:xfrm>
                    <a:off x="0" y="3224"/>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11" name="Group 215">
                <a:extLst>
                  <a:ext uri="{FF2B5EF4-FFF2-40B4-BE49-F238E27FC236}">
                    <a16:creationId xmlns:a16="http://schemas.microsoft.com/office/drawing/2014/main" id="{042F826C-BF1A-4404-8F89-FCE5D2703E24}"/>
                  </a:ext>
                </a:extLst>
              </p:cNvPr>
              <p:cNvGrpSpPr>
                <a:grpSpLocks/>
              </p:cNvGrpSpPr>
              <p:nvPr/>
            </p:nvGrpSpPr>
            <p:grpSpPr bwMode="auto">
              <a:xfrm>
                <a:off x="300" y="3224"/>
                <a:ext cx="300" cy="403"/>
                <a:chOff x="300" y="3224"/>
                <a:chExt cx="300" cy="403"/>
              </a:xfrm>
            </p:grpSpPr>
            <p:sp>
              <p:nvSpPr>
                <p:cNvPr id="11327" name="Rectangle 214">
                  <a:extLst>
                    <a:ext uri="{FF2B5EF4-FFF2-40B4-BE49-F238E27FC236}">
                      <a16:creationId xmlns:a16="http://schemas.microsoft.com/office/drawing/2014/main" id="{5BFCC7AA-F175-40F2-8F4D-E23D8066798B}"/>
                    </a:ext>
                  </a:extLst>
                </p:cNvPr>
                <p:cNvSpPr>
                  <a:spLocks noChangeArrowheads="1"/>
                </p:cNvSpPr>
                <p:nvPr/>
              </p:nvSpPr>
              <p:spPr bwMode="auto">
                <a:xfrm>
                  <a:off x="300" y="3224"/>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28" name="Group 213">
                  <a:extLst>
                    <a:ext uri="{FF2B5EF4-FFF2-40B4-BE49-F238E27FC236}">
                      <a16:creationId xmlns:a16="http://schemas.microsoft.com/office/drawing/2014/main" id="{378B4298-4081-4478-B871-EAC667E95314}"/>
                    </a:ext>
                  </a:extLst>
                </p:cNvPr>
                <p:cNvGrpSpPr>
                  <a:grpSpLocks/>
                </p:cNvGrpSpPr>
                <p:nvPr/>
              </p:nvGrpSpPr>
              <p:grpSpPr bwMode="auto">
                <a:xfrm>
                  <a:off x="300" y="3224"/>
                  <a:ext cx="300" cy="403"/>
                  <a:chOff x="300" y="3224"/>
                  <a:chExt cx="300" cy="403"/>
                </a:xfrm>
              </p:grpSpPr>
              <p:sp>
                <p:nvSpPr>
                  <p:cNvPr id="11329" name="Rectangle 44">
                    <a:extLst>
                      <a:ext uri="{FF2B5EF4-FFF2-40B4-BE49-F238E27FC236}">
                        <a16:creationId xmlns:a16="http://schemas.microsoft.com/office/drawing/2014/main" id="{962F1A84-16BC-4904-BEA7-E00B2463E5AF}"/>
                      </a:ext>
                    </a:extLst>
                  </p:cNvPr>
                  <p:cNvSpPr>
                    <a:spLocks noChangeArrowheads="1"/>
                  </p:cNvSpPr>
                  <p:nvPr/>
                </p:nvSpPr>
                <p:spPr bwMode="auto">
                  <a:xfrm>
                    <a:off x="343" y="3224"/>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30" name="Rectangle 212">
                    <a:extLst>
                      <a:ext uri="{FF2B5EF4-FFF2-40B4-BE49-F238E27FC236}">
                        <a16:creationId xmlns:a16="http://schemas.microsoft.com/office/drawing/2014/main" id="{6205394C-203F-49F9-9FC9-20EC9F4F6623}"/>
                      </a:ext>
                    </a:extLst>
                  </p:cNvPr>
                  <p:cNvSpPr>
                    <a:spLocks noChangeArrowheads="1"/>
                  </p:cNvSpPr>
                  <p:nvPr/>
                </p:nvSpPr>
                <p:spPr bwMode="auto">
                  <a:xfrm>
                    <a:off x="300" y="3224"/>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12" name="Group 219">
                <a:extLst>
                  <a:ext uri="{FF2B5EF4-FFF2-40B4-BE49-F238E27FC236}">
                    <a16:creationId xmlns:a16="http://schemas.microsoft.com/office/drawing/2014/main" id="{E31391BA-DB85-4A8F-B159-AB25D3C95CC7}"/>
                  </a:ext>
                </a:extLst>
              </p:cNvPr>
              <p:cNvGrpSpPr>
                <a:grpSpLocks/>
              </p:cNvGrpSpPr>
              <p:nvPr/>
            </p:nvGrpSpPr>
            <p:grpSpPr bwMode="auto">
              <a:xfrm>
                <a:off x="600" y="3224"/>
                <a:ext cx="300" cy="403"/>
                <a:chOff x="600" y="3224"/>
                <a:chExt cx="300" cy="403"/>
              </a:xfrm>
            </p:grpSpPr>
            <p:sp>
              <p:nvSpPr>
                <p:cNvPr id="11323" name="Rectangle 218">
                  <a:extLst>
                    <a:ext uri="{FF2B5EF4-FFF2-40B4-BE49-F238E27FC236}">
                      <a16:creationId xmlns:a16="http://schemas.microsoft.com/office/drawing/2014/main" id="{8DC56B2C-6B04-4D0E-83D0-2003CDBDB737}"/>
                    </a:ext>
                  </a:extLst>
                </p:cNvPr>
                <p:cNvSpPr>
                  <a:spLocks noChangeArrowheads="1"/>
                </p:cNvSpPr>
                <p:nvPr/>
              </p:nvSpPr>
              <p:spPr bwMode="auto">
                <a:xfrm>
                  <a:off x="600" y="3224"/>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24" name="Group 217">
                  <a:extLst>
                    <a:ext uri="{FF2B5EF4-FFF2-40B4-BE49-F238E27FC236}">
                      <a16:creationId xmlns:a16="http://schemas.microsoft.com/office/drawing/2014/main" id="{01EE9400-59F4-4CAD-AD2C-39686C7FE094}"/>
                    </a:ext>
                  </a:extLst>
                </p:cNvPr>
                <p:cNvGrpSpPr>
                  <a:grpSpLocks/>
                </p:cNvGrpSpPr>
                <p:nvPr/>
              </p:nvGrpSpPr>
              <p:grpSpPr bwMode="auto">
                <a:xfrm>
                  <a:off x="600" y="3224"/>
                  <a:ext cx="300" cy="403"/>
                  <a:chOff x="600" y="3224"/>
                  <a:chExt cx="300" cy="403"/>
                </a:xfrm>
              </p:grpSpPr>
              <p:sp>
                <p:nvSpPr>
                  <p:cNvPr id="11325" name="Rectangle 45">
                    <a:extLst>
                      <a:ext uri="{FF2B5EF4-FFF2-40B4-BE49-F238E27FC236}">
                        <a16:creationId xmlns:a16="http://schemas.microsoft.com/office/drawing/2014/main" id="{185559FF-6549-40A5-8A94-2EEF938EB07F}"/>
                      </a:ext>
                    </a:extLst>
                  </p:cNvPr>
                  <p:cNvSpPr>
                    <a:spLocks noChangeArrowheads="1"/>
                  </p:cNvSpPr>
                  <p:nvPr/>
                </p:nvSpPr>
                <p:spPr bwMode="auto">
                  <a:xfrm>
                    <a:off x="643" y="3224"/>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R</a:t>
                    </a:r>
                    <a:endParaRPr lang="en-US" altLang="ro-RO" sz="1200">
                      <a:cs typeface="Times New Roman" panose="02020603050405020304" pitchFamily="18" charset="0"/>
                    </a:endParaRPr>
                  </a:p>
                  <a:p>
                    <a:pPr>
                      <a:spcBef>
                        <a:spcPct val="0"/>
                      </a:spcBef>
                      <a:buFontTx/>
                      <a:buNone/>
                    </a:pPr>
                    <a:endParaRPr lang="en-US" altLang="ro-RO" sz="2400"/>
                  </a:p>
                </p:txBody>
              </p:sp>
              <p:sp>
                <p:nvSpPr>
                  <p:cNvPr id="11326" name="Rectangle 216">
                    <a:extLst>
                      <a:ext uri="{FF2B5EF4-FFF2-40B4-BE49-F238E27FC236}">
                        <a16:creationId xmlns:a16="http://schemas.microsoft.com/office/drawing/2014/main" id="{17609A9A-81F1-4261-B654-9093860B6B77}"/>
                      </a:ext>
                    </a:extLst>
                  </p:cNvPr>
                  <p:cNvSpPr>
                    <a:spLocks noChangeArrowheads="1"/>
                  </p:cNvSpPr>
                  <p:nvPr/>
                </p:nvSpPr>
                <p:spPr bwMode="auto">
                  <a:xfrm>
                    <a:off x="600" y="3224"/>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13" name="Group 223">
                <a:extLst>
                  <a:ext uri="{FF2B5EF4-FFF2-40B4-BE49-F238E27FC236}">
                    <a16:creationId xmlns:a16="http://schemas.microsoft.com/office/drawing/2014/main" id="{06F6E8F1-9CA2-4819-80C1-8A1BEA673332}"/>
                  </a:ext>
                </a:extLst>
              </p:cNvPr>
              <p:cNvGrpSpPr>
                <a:grpSpLocks/>
              </p:cNvGrpSpPr>
              <p:nvPr/>
            </p:nvGrpSpPr>
            <p:grpSpPr bwMode="auto">
              <a:xfrm>
                <a:off x="900" y="3224"/>
                <a:ext cx="300" cy="403"/>
                <a:chOff x="900" y="3224"/>
                <a:chExt cx="300" cy="403"/>
              </a:xfrm>
            </p:grpSpPr>
            <p:sp>
              <p:nvSpPr>
                <p:cNvPr id="11319" name="Rectangle 222">
                  <a:extLst>
                    <a:ext uri="{FF2B5EF4-FFF2-40B4-BE49-F238E27FC236}">
                      <a16:creationId xmlns:a16="http://schemas.microsoft.com/office/drawing/2014/main" id="{024CA2AD-26F9-4AEC-9E7B-C795D04629D7}"/>
                    </a:ext>
                  </a:extLst>
                </p:cNvPr>
                <p:cNvSpPr>
                  <a:spLocks noChangeArrowheads="1"/>
                </p:cNvSpPr>
                <p:nvPr/>
              </p:nvSpPr>
              <p:spPr bwMode="auto">
                <a:xfrm>
                  <a:off x="900" y="3224"/>
                  <a:ext cx="300"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20" name="Group 221">
                  <a:extLst>
                    <a:ext uri="{FF2B5EF4-FFF2-40B4-BE49-F238E27FC236}">
                      <a16:creationId xmlns:a16="http://schemas.microsoft.com/office/drawing/2014/main" id="{E60A775C-5F8F-49AA-9FD8-D02EA2FE6157}"/>
                    </a:ext>
                  </a:extLst>
                </p:cNvPr>
                <p:cNvGrpSpPr>
                  <a:grpSpLocks/>
                </p:cNvGrpSpPr>
                <p:nvPr/>
              </p:nvGrpSpPr>
              <p:grpSpPr bwMode="auto">
                <a:xfrm>
                  <a:off x="900" y="3224"/>
                  <a:ext cx="300" cy="403"/>
                  <a:chOff x="900" y="3224"/>
                  <a:chExt cx="300" cy="403"/>
                </a:xfrm>
              </p:grpSpPr>
              <p:sp>
                <p:nvSpPr>
                  <p:cNvPr id="11321" name="Rectangle 46">
                    <a:extLst>
                      <a:ext uri="{FF2B5EF4-FFF2-40B4-BE49-F238E27FC236}">
                        <a16:creationId xmlns:a16="http://schemas.microsoft.com/office/drawing/2014/main" id="{2B603680-F8CB-4339-894B-28F21012F87C}"/>
                      </a:ext>
                    </a:extLst>
                  </p:cNvPr>
                  <p:cNvSpPr>
                    <a:spLocks noChangeArrowheads="1"/>
                  </p:cNvSpPr>
                  <p:nvPr/>
                </p:nvSpPr>
                <p:spPr bwMode="auto">
                  <a:xfrm>
                    <a:off x="943" y="3224"/>
                    <a:ext cx="214"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22" name="Rectangle 220">
                    <a:extLst>
                      <a:ext uri="{FF2B5EF4-FFF2-40B4-BE49-F238E27FC236}">
                        <a16:creationId xmlns:a16="http://schemas.microsoft.com/office/drawing/2014/main" id="{F5087FC6-767A-46FE-8BFA-7092EDD4A630}"/>
                      </a:ext>
                    </a:extLst>
                  </p:cNvPr>
                  <p:cNvSpPr>
                    <a:spLocks noChangeArrowheads="1"/>
                  </p:cNvSpPr>
                  <p:nvPr/>
                </p:nvSpPr>
                <p:spPr bwMode="auto">
                  <a:xfrm>
                    <a:off x="900" y="3224"/>
                    <a:ext cx="30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nvGrpSpPr>
              <p:cNvPr id="11314" name="Group 227">
                <a:extLst>
                  <a:ext uri="{FF2B5EF4-FFF2-40B4-BE49-F238E27FC236}">
                    <a16:creationId xmlns:a16="http://schemas.microsoft.com/office/drawing/2014/main" id="{0E7F80BD-BFFA-4371-8477-192696B86A2C}"/>
                  </a:ext>
                </a:extLst>
              </p:cNvPr>
              <p:cNvGrpSpPr>
                <a:grpSpLocks/>
              </p:cNvGrpSpPr>
              <p:nvPr/>
            </p:nvGrpSpPr>
            <p:grpSpPr bwMode="auto">
              <a:xfrm>
                <a:off x="1200" y="3224"/>
                <a:ext cx="308" cy="403"/>
                <a:chOff x="1200" y="3224"/>
                <a:chExt cx="308" cy="403"/>
              </a:xfrm>
            </p:grpSpPr>
            <p:sp>
              <p:nvSpPr>
                <p:cNvPr id="11315" name="Rectangle 226">
                  <a:extLst>
                    <a:ext uri="{FF2B5EF4-FFF2-40B4-BE49-F238E27FC236}">
                      <a16:creationId xmlns:a16="http://schemas.microsoft.com/office/drawing/2014/main" id="{D627904A-3293-41FF-8AC7-6C03D22A7514}"/>
                    </a:ext>
                  </a:extLst>
                </p:cNvPr>
                <p:cNvSpPr>
                  <a:spLocks noChangeArrowheads="1"/>
                </p:cNvSpPr>
                <p:nvPr/>
              </p:nvSpPr>
              <p:spPr bwMode="auto">
                <a:xfrm>
                  <a:off x="1200" y="3224"/>
                  <a:ext cx="308"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nvGrpSpPr>
                <p:cNvPr id="11316" name="Group 225">
                  <a:extLst>
                    <a:ext uri="{FF2B5EF4-FFF2-40B4-BE49-F238E27FC236}">
                      <a16:creationId xmlns:a16="http://schemas.microsoft.com/office/drawing/2014/main" id="{795579A1-8CC8-4E23-BF6C-249A4CD833C2}"/>
                    </a:ext>
                  </a:extLst>
                </p:cNvPr>
                <p:cNvGrpSpPr>
                  <a:grpSpLocks/>
                </p:cNvGrpSpPr>
                <p:nvPr/>
              </p:nvGrpSpPr>
              <p:grpSpPr bwMode="auto">
                <a:xfrm>
                  <a:off x="1200" y="3224"/>
                  <a:ext cx="308" cy="403"/>
                  <a:chOff x="1200" y="3224"/>
                  <a:chExt cx="308" cy="403"/>
                </a:xfrm>
              </p:grpSpPr>
              <p:sp>
                <p:nvSpPr>
                  <p:cNvPr id="11317" name="Rectangle 47">
                    <a:extLst>
                      <a:ext uri="{FF2B5EF4-FFF2-40B4-BE49-F238E27FC236}">
                        <a16:creationId xmlns:a16="http://schemas.microsoft.com/office/drawing/2014/main" id="{15837240-AEBB-4134-A79C-B2A40B330BC7}"/>
                      </a:ext>
                    </a:extLst>
                  </p:cNvPr>
                  <p:cNvSpPr>
                    <a:spLocks noChangeArrowheads="1"/>
                  </p:cNvSpPr>
                  <p:nvPr/>
                </p:nvSpPr>
                <p:spPr bwMode="auto">
                  <a:xfrm>
                    <a:off x="1243" y="3224"/>
                    <a:ext cx="222" cy="40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1200" b="1">
                        <a:solidFill>
                          <a:srgbClr val="FF0000"/>
                        </a:solidFill>
                        <a:cs typeface="Times New Roman" panose="02020603050405020304" pitchFamily="18" charset="0"/>
                      </a:rPr>
                      <a:t>D</a:t>
                    </a:r>
                    <a:endParaRPr lang="en-US" altLang="ro-RO" sz="1200">
                      <a:cs typeface="Times New Roman" panose="02020603050405020304" pitchFamily="18" charset="0"/>
                    </a:endParaRPr>
                  </a:p>
                  <a:p>
                    <a:pPr>
                      <a:spcBef>
                        <a:spcPct val="0"/>
                      </a:spcBef>
                      <a:buFontTx/>
                      <a:buNone/>
                    </a:pPr>
                    <a:endParaRPr lang="en-US" altLang="ro-RO" sz="2400"/>
                  </a:p>
                </p:txBody>
              </p:sp>
              <p:sp>
                <p:nvSpPr>
                  <p:cNvPr id="11318" name="Rectangle 224">
                    <a:extLst>
                      <a:ext uri="{FF2B5EF4-FFF2-40B4-BE49-F238E27FC236}">
                        <a16:creationId xmlns:a16="http://schemas.microsoft.com/office/drawing/2014/main" id="{B9D034A9-6745-4CCF-9B57-4111B80B0E6F}"/>
                      </a:ext>
                    </a:extLst>
                  </p:cNvPr>
                  <p:cNvSpPr>
                    <a:spLocks noChangeArrowheads="1"/>
                  </p:cNvSpPr>
                  <p:nvPr/>
                </p:nvSpPr>
                <p:spPr bwMode="auto">
                  <a:xfrm>
                    <a:off x="1200" y="3224"/>
                    <a:ext cx="30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grpSp>
        </p:grpSp>
        <p:sp>
          <p:nvSpPr>
            <p:cNvPr id="11269" name="Rectangle 229">
              <a:extLst>
                <a:ext uri="{FF2B5EF4-FFF2-40B4-BE49-F238E27FC236}">
                  <a16:creationId xmlns:a16="http://schemas.microsoft.com/office/drawing/2014/main" id="{EFF48C68-EBD8-41BC-81F7-88A6ECBD2EE5}"/>
                </a:ext>
              </a:extLst>
            </p:cNvPr>
            <p:cNvSpPr>
              <a:spLocks noChangeArrowheads="1"/>
            </p:cNvSpPr>
            <p:nvPr/>
          </p:nvSpPr>
          <p:spPr bwMode="auto">
            <a:xfrm>
              <a:off x="-2" y="-2"/>
              <a:ext cx="1512" cy="3631"/>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5DC63434-7B45-4566-9E12-55824842256B}"/>
              </a:ext>
            </a:extLst>
          </p:cNvPr>
          <p:cNvSpPr>
            <a:spLocks noChangeArrowheads="1"/>
          </p:cNvSpPr>
          <p:nvPr/>
        </p:nvSpPr>
        <p:spPr bwMode="auto">
          <a:xfrm>
            <a:off x="3457575" y="18573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2292" name="Rectangle 4">
            <a:extLst>
              <a:ext uri="{FF2B5EF4-FFF2-40B4-BE49-F238E27FC236}">
                <a16:creationId xmlns:a16="http://schemas.microsoft.com/office/drawing/2014/main" id="{507B9FFF-12D2-46B6-B4B7-3330A34D5AC9}"/>
              </a:ext>
            </a:extLst>
          </p:cNvPr>
          <p:cNvSpPr>
            <a:spLocks noGrp="1" noChangeArrowheads="1"/>
          </p:cNvSpPr>
          <p:nvPr>
            <p:ph type="title" idx="4294967295"/>
          </p:nvPr>
        </p:nvSpPr>
        <p:spPr>
          <a:xfrm>
            <a:off x="599607" y="152400"/>
            <a:ext cx="11242623" cy="1371600"/>
          </a:xfrm>
        </p:spPr>
        <p:txBody>
          <a:bodyPr>
            <a:normAutofit/>
          </a:bodyPr>
          <a:lstStyle/>
          <a:p>
            <a:pPr algn="ctr"/>
            <a:r>
              <a:rPr lang="ro-RO" altLang="ro-RO" sz="3600" b="1" dirty="0" err="1">
                <a:latin typeface="Times New Roman" panose="02020603050405020304" pitchFamily="18" charset="0"/>
                <a:cs typeface="Times New Roman" panose="02020603050405020304" pitchFamily="18" charset="0"/>
              </a:rPr>
              <a:t>Gerrymandering</a:t>
            </a:r>
            <a:r>
              <a:rPr lang="ro-RO" altLang="ro-RO" sz="3600" b="1" dirty="0">
                <a:latin typeface="Times New Roman" panose="02020603050405020304" pitchFamily="18" charset="0"/>
                <a:cs typeface="Times New Roman" panose="02020603050405020304" pitchFamily="18" charset="0"/>
              </a:rPr>
              <a:t> în </a:t>
            </a:r>
            <a:r>
              <a:rPr lang="en-US" sz="3600" b="1" dirty="0">
                <a:latin typeface="Times New Roman" panose="02020603050405020304" pitchFamily="18" charset="0"/>
                <a:cs typeface="Times New Roman" panose="02020603050405020304" pitchFamily="18" charset="0"/>
              </a:rPr>
              <a:t>North Carolina’s </a:t>
            </a:r>
            <a:r>
              <a:rPr lang="ro-RO" sz="3600" b="1" dirty="0">
                <a:latin typeface="Times New Roman" panose="02020603050405020304" pitchFamily="18" charset="0"/>
                <a:cs typeface="Times New Roman" panose="02020603050405020304" pitchFamily="18" charset="0"/>
              </a:rPr>
              <a:t>al </a:t>
            </a:r>
            <a:r>
              <a:rPr lang="en-US" sz="3600" b="1" dirty="0">
                <a:latin typeface="Times New Roman" panose="02020603050405020304" pitchFamily="18" charset="0"/>
                <a:cs typeface="Times New Roman" panose="02020603050405020304" pitchFamily="18" charset="0"/>
              </a:rPr>
              <a:t>4</a:t>
            </a:r>
            <a:r>
              <a:rPr lang="ro-RO" sz="3600" b="1" dirty="0">
                <a:latin typeface="Times New Roman" panose="02020603050405020304" pitchFamily="18" charset="0"/>
                <a:cs typeface="Times New Roman" panose="02020603050405020304" pitchFamily="18" charset="0"/>
              </a:rPr>
              <a:t> district </a:t>
            </a:r>
            <a:r>
              <a:rPr lang="en-US" sz="3600" b="1" dirty="0" err="1">
                <a:latin typeface="Times New Roman" panose="02020603050405020304" pitchFamily="18" charset="0"/>
                <a:cs typeface="Times New Roman" panose="02020603050405020304" pitchFamily="18" charset="0"/>
              </a:rPr>
              <a:t>congresional</a:t>
            </a:r>
            <a:r>
              <a:rPr lang="en-US" sz="3600" b="1" dirty="0">
                <a:latin typeface="Times New Roman" panose="02020603050405020304" pitchFamily="18" charset="0"/>
                <a:cs typeface="Times New Roman" panose="02020603050405020304" pitchFamily="18" charset="0"/>
              </a:rPr>
              <a:t> 2013–2017</a:t>
            </a:r>
            <a:r>
              <a:rPr lang="ro-RO" altLang="ro-RO" sz="3600" b="1" dirty="0">
                <a:latin typeface="Times New Roman" panose="02020603050405020304" pitchFamily="18" charset="0"/>
                <a:cs typeface="Times New Roman" panose="02020603050405020304" pitchFamily="18" charset="0"/>
              </a:rPr>
              <a:t> , SUA</a:t>
            </a:r>
          </a:p>
        </p:txBody>
      </p:sp>
      <p:pic>
        <p:nvPicPr>
          <p:cNvPr id="3" name="Imagine 2">
            <a:extLst>
              <a:ext uri="{FF2B5EF4-FFF2-40B4-BE49-F238E27FC236}">
                <a16:creationId xmlns:a16="http://schemas.microsoft.com/office/drawing/2014/main" id="{A2F07084-3EF9-4AC5-9FEC-D89B947F4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223" y="1334125"/>
            <a:ext cx="9983450" cy="50366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A1CA999-59C8-4405-8763-FB60DDEEFB3B}"/>
              </a:ext>
            </a:extLst>
          </p:cNvPr>
          <p:cNvSpPr>
            <a:spLocks noGrp="1" noChangeArrowheads="1"/>
          </p:cNvSpPr>
          <p:nvPr>
            <p:ph type="title"/>
          </p:nvPr>
        </p:nvSpPr>
        <p:spPr>
          <a:xfrm>
            <a:off x="838200" y="199039"/>
            <a:ext cx="10515600" cy="1325563"/>
          </a:xfrm>
        </p:spPr>
        <p:txBody>
          <a:bodyPr>
            <a:normAutofit fontScale="90000"/>
          </a:bodyPr>
          <a:lstStyle/>
          <a:p>
            <a:pPr algn="ctr">
              <a:lnSpc>
                <a:spcPct val="100000"/>
              </a:lnSpc>
            </a:pPr>
            <a:r>
              <a:rPr lang="ro-RO" altLang="ro-RO" sz="3200" b="1" dirty="0" err="1">
                <a:latin typeface="Times New Roman" panose="02020603050405020304" pitchFamily="18" charset="0"/>
                <a:cs typeface="Times New Roman" panose="02020603050405020304" pitchFamily="18" charset="0"/>
              </a:rPr>
              <a:t>Gerrymandering</a:t>
            </a:r>
            <a:r>
              <a:rPr lang="ro-RO" altLang="ro-RO" sz="3200" b="1" dirty="0">
                <a:latin typeface="Times New Roman" panose="02020603050405020304" pitchFamily="18" charset="0"/>
                <a:cs typeface="Times New Roman" panose="02020603050405020304" pitchFamily="18" charset="0"/>
              </a:rPr>
              <a:t> municipal care favorizează districtele</a:t>
            </a:r>
            <a:br>
              <a:rPr lang="ro-RO" altLang="ro-RO" sz="3200" b="1" dirty="0">
                <a:latin typeface="Times New Roman" panose="02020603050405020304" pitchFamily="18" charset="0"/>
                <a:cs typeface="Times New Roman" panose="02020603050405020304" pitchFamily="18" charset="0"/>
              </a:rPr>
            </a:br>
            <a:r>
              <a:rPr lang="ro-RO" altLang="ro-RO" sz="3200" b="1" dirty="0">
                <a:latin typeface="Times New Roman" panose="02020603050405020304" pitchFamily="18" charset="0"/>
                <a:cs typeface="Times New Roman" panose="02020603050405020304" pitchFamily="18" charset="0"/>
              </a:rPr>
              <a:t>electorale din periferie (clivajul centru-periferie) </a:t>
            </a:r>
            <a:br>
              <a:rPr lang="ro-RO" altLang="ro-RO" sz="3200" b="1" dirty="0">
                <a:latin typeface="Times New Roman" panose="02020603050405020304" pitchFamily="18" charset="0"/>
                <a:cs typeface="Times New Roman" panose="02020603050405020304" pitchFamily="18" charset="0"/>
              </a:rPr>
            </a:br>
            <a:r>
              <a:rPr lang="ro-RO" altLang="ro-RO" sz="3200" b="1" dirty="0">
                <a:latin typeface="Times New Roman" panose="02020603050405020304" pitchFamily="18" charset="0"/>
                <a:cs typeface="Times New Roman" panose="02020603050405020304" pitchFamily="18" charset="0"/>
              </a:rPr>
              <a:t>cazul Bucureștiului</a:t>
            </a:r>
            <a:br>
              <a:rPr lang="ro-RO" altLang="ro-RO" sz="3200" b="1" dirty="0">
                <a:latin typeface="Times New Roman" panose="02020603050405020304" pitchFamily="18" charset="0"/>
                <a:cs typeface="Times New Roman" panose="02020603050405020304" pitchFamily="18" charset="0"/>
              </a:rPr>
            </a:br>
            <a:endParaRPr lang="ro-RO" altLang="ro-RO" sz="3200" dirty="0">
              <a:latin typeface="Times New Roman" panose="02020603050405020304" pitchFamily="18" charset="0"/>
              <a:cs typeface="Times New Roman" panose="02020603050405020304" pitchFamily="18" charset="0"/>
            </a:endParaRPr>
          </a:p>
        </p:txBody>
      </p:sp>
      <p:sp>
        <p:nvSpPr>
          <p:cNvPr id="13315" name="AutoShape 3">
            <a:extLst>
              <a:ext uri="{FF2B5EF4-FFF2-40B4-BE49-F238E27FC236}">
                <a16:creationId xmlns:a16="http://schemas.microsoft.com/office/drawing/2014/main" id="{DACAD578-C7A8-41BF-9F50-C421E20BF6B4}"/>
              </a:ext>
            </a:extLst>
          </p:cNvPr>
          <p:cNvSpPr>
            <a:spLocks noChangeArrowheads="1"/>
          </p:cNvSpPr>
          <p:nvPr/>
        </p:nvSpPr>
        <p:spPr bwMode="auto">
          <a:xfrm>
            <a:off x="3886200" y="2286000"/>
            <a:ext cx="2667000" cy="2590800"/>
          </a:xfrm>
          <a:prstGeom prst="flowChartConnector">
            <a:avLst/>
          </a:prstGeom>
          <a:solidFill>
            <a:srgbClr val="FFCC00"/>
          </a:solidFill>
          <a:ln w="57150">
            <a:solidFill>
              <a:srgbClr val="000000"/>
            </a:solidFill>
            <a:round/>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 typeface="Times New Roman" panose="02020603050405020304" pitchFamily="18" charset="0"/>
              <a:buNone/>
            </a:pPr>
            <a:r>
              <a:rPr lang="ro-RO" altLang="ro-RO" sz="1200" b="1"/>
              <a:t>          1                      </a:t>
            </a:r>
            <a:r>
              <a:rPr lang="en-US" altLang="ro-RO" sz="1200" b="1"/>
              <a:t>2</a:t>
            </a:r>
          </a:p>
          <a:p>
            <a:pPr>
              <a:spcBef>
                <a:spcPct val="0"/>
              </a:spcBef>
              <a:buFontTx/>
              <a:buNone/>
            </a:pPr>
            <a:endParaRPr lang="ro-RO" altLang="ro-RO" sz="1200" b="1"/>
          </a:p>
          <a:p>
            <a:pPr>
              <a:spcBef>
                <a:spcPct val="0"/>
              </a:spcBef>
              <a:buFontTx/>
              <a:buNone/>
            </a:pPr>
            <a:r>
              <a:rPr lang="ro-RO" altLang="ro-RO" sz="1200" b="1"/>
              <a:t>     </a:t>
            </a:r>
            <a:r>
              <a:rPr lang="en-US" altLang="ro-RO" sz="1200" b="1"/>
              <a:t>8 </a:t>
            </a:r>
            <a:r>
              <a:rPr lang="ro-RO" altLang="ro-RO" sz="1200" b="1"/>
              <a:t>                                  3</a:t>
            </a:r>
            <a:endParaRPr lang="en-US" altLang="ro-RO" sz="1200" b="1"/>
          </a:p>
          <a:p>
            <a:pPr>
              <a:spcBef>
                <a:spcPct val="0"/>
              </a:spcBef>
              <a:buFontTx/>
              <a:buNone/>
            </a:pPr>
            <a:endParaRPr lang="en-US" altLang="ro-RO" sz="1200" b="1"/>
          </a:p>
          <a:p>
            <a:pPr>
              <a:spcBef>
                <a:spcPct val="0"/>
              </a:spcBef>
              <a:buFontTx/>
              <a:buNone/>
            </a:pPr>
            <a:endParaRPr lang="en-US" altLang="ro-RO" sz="1200" b="1"/>
          </a:p>
          <a:p>
            <a:pPr>
              <a:spcBef>
                <a:spcPct val="0"/>
              </a:spcBef>
              <a:buFontTx/>
              <a:buNone/>
            </a:pPr>
            <a:endParaRPr lang="en-US" altLang="ro-RO" sz="1200" b="1"/>
          </a:p>
          <a:p>
            <a:pPr>
              <a:spcBef>
                <a:spcPct val="0"/>
              </a:spcBef>
              <a:buFontTx/>
              <a:buNone/>
            </a:pPr>
            <a:r>
              <a:rPr lang="en-US" altLang="ro-RO" sz="1200" b="1"/>
              <a:t>7 </a:t>
            </a:r>
            <a:r>
              <a:rPr lang="ro-RO" altLang="ro-RO" sz="1200" b="1"/>
              <a:t>                                     </a:t>
            </a:r>
            <a:r>
              <a:rPr lang="en-US" altLang="ro-RO" sz="1200" b="1"/>
              <a:t>4</a:t>
            </a:r>
          </a:p>
          <a:p>
            <a:pPr>
              <a:spcBef>
                <a:spcPct val="0"/>
              </a:spcBef>
              <a:buFontTx/>
              <a:buNone/>
            </a:pPr>
            <a:endParaRPr lang="en-US" altLang="ro-RO" sz="1200" b="1"/>
          </a:p>
          <a:p>
            <a:pPr>
              <a:spcBef>
                <a:spcPct val="0"/>
              </a:spcBef>
              <a:buFontTx/>
              <a:buNone/>
            </a:pPr>
            <a:r>
              <a:rPr lang="en-US" altLang="ro-RO" sz="1200" b="1"/>
              <a:t>             6                 5</a:t>
            </a:r>
          </a:p>
        </p:txBody>
      </p:sp>
      <p:sp>
        <p:nvSpPr>
          <p:cNvPr id="13316" name="Line 4">
            <a:extLst>
              <a:ext uri="{FF2B5EF4-FFF2-40B4-BE49-F238E27FC236}">
                <a16:creationId xmlns:a16="http://schemas.microsoft.com/office/drawing/2014/main" id="{AE914B81-8233-47EE-9421-92410DCDAE4C}"/>
              </a:ext>
            </a:extLst>
          </p:cNvPr>
          <p:cNvSpPr>
            <a:spLocks noChangeShapeType="1"/>
          </p:cNvSpPr>
          <p:nvPr/>
        </p:nvSpPr>
        <p:spPr bwMode="auto">
          <a:xfrm>
            <a:off x="4343400" y="2667000"/>
            <a:ext cx="1828800" cy="18288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13317" name="Freeform 6">
            <a:extLst>
              <a:ext uri="{FF2B5EF4-FFF2-40B4-BE49-F238E27FC236}">
                <a16:creationId xmlns:a16="http://schemas.microsoft.com/office/drawing/2014/main" id="{6B6EA5AD-DD9E-4F74-9A36-669AC96B20A2}"/>
              </a:ext>
            </a:extLst>
          </p:cNvPr>
          <p:cNvSpPr>
            <a:spLocks/>
          </p:cNvSpPr>
          <p:nvPr/>
        </p:nvSpPr>
        <p:spPr bwMode="auto">
          <a:xfrm rot="21540000" flipH="1">
            <a:off x="5257801" y="2286000"/>
            <a:ext cx="74613" cy="2590800"/>
          </a:xfrm>
          <a:custGeom>
            <a:avLst/>
            <a:gdLst>
              <a:gd name="T0" fmla="*/ 2147483646 w 40"/>
              <a:gd name="T1" fmla="*/ 0 h 3600"/>
              <a:gd name="T2" fmla="*/ 0 w 40"/>
              <a:gd name="T3" fmla="*/ 2147483646 h 3600"/>
              <a:gd name="T4" fmla="*/ 0 60000 65536"/>
              <a:gd name="T5" fmla="*/ 0 60000 65536"/>
              <a:gd name="T6" fmla="*/ 0 w 40"/>
              <a:gd name="T7" fmla="*/ 0 h 3600"/>
              <a:gd name="T8" fmla="*/ 40 w 40"/>
              <a:gd name="T9" fmla="*/ 3600 h 3600"/>
            </a:gdLst>
            <a:ahLst/>
            <a:cxnLst>
              <a:cxn ang="T4">
                <a:pos x="T0" y="T1"/>
              </a:cxn>
              <a:cxn ang="T5">
                <a:pos x="T2" y="T3"/>
              </a:cxn>
            </a:cxnLst>
            <a:rect l="T6" t="T7" r="T8" b="T9"/>
            <a:pathLst>
              <a:path w="40" h="3600">
                <a:moveTo>
                  <a:pt x="40" y="0"/>
                </a:moveTo>
                <a:lnTo>
                  <a:pt x="0" y="3600"/>
                </a:lnTo>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o-RO"/>
          </a:p>
        </p:txBody>
      </p:sp>
      <p:sp>
        <p:nvSpPr>
          <p:cNvPr id="13318" name="Line 7">
            <a:extLst>
              <a:ext uri="{FF2B5EF4-FFF2-40B4-BE49-F238E27FC236}">
                <a16:creationId xmlns:a16="http://schemas.microsoft.com/office/drawing/2014/main" id="{0D2D958B-094A-4208-BBFF-F4A4AC6D733B}"/>
              </a:ext>
            </a:extLst>
          </p:cNvPr>
          <p:cNvSpPr>
            <a:spLocks noChangeShapeType="1"/>
          </p:cNvSpPr>
          <p:nvPr/>
        </p:nvSpPr>
        <p:spPr bwMode="auto">
          <a:xfrm flipH="1">
            <a:off x="4267200" y="2667000"/>
            <a:ext cx="1905000" cy="18288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13319" name="Line 8">
            <a:extLst>
              <a:ext uri="{FF2B5EF4-FFF2-40B4-BE49-F238E27FC236}">
                <a16:creationId xmlns:a16="http://schemas.microsoft.com/office/drawing/2014/main" id="{0CA03413-21A6-4E87-8308-1E81FCEF7B02}"/>
              </a:ext>
            </a:extLst>
          </p:cNvPr>
          <p:cNvSpPr>
            <a:spLocks noChangeShapeType="1"/>
          </p:cNvSpPr>
          <p:nvPr/>
        </p:nvSpPr>
        <p:spPr bwMode="auto">
          <a:xfrm rot="20100000">
            <a:off x="3997258" y="2935288"/>
            <a:ext cx="2430781" cy="12954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a:extLst>
              <a:ext uri="{FF2B5EF4-FFF2-40B4-BE49-F238E27FC236}">
                <a16:creationId xmlns:a16="http://schemas.microsoft.com/office/drawing/2014/main" id="{CCE30594-4F86-4971-9EB6-A636E6CB13ED}"/>
              </a:ext>
            </a:extLst>
          </p:cNvPr>
          <p:cNvSpPr>
            <a:spLocks noChangeArrowheads="1"/>
          </p:cNvSpPr>
          <p:nvPr/>
        </p:nvSpPr>
        <p:spPr bwMode="auto">
          <a:xfrm>
            <a:off x="4419600" y="2057400"/>
            <a:ext cx="2971800" cy="2743200"/>
          </a:xfrm>
          <a:prstGeom prst="flowChartConnector">
            <a:avLst/>
          </a:prstGeom>
          <a:solidFill>
            <a:srgbClr val="99CCFF">
              <a:alpha val="50195"/>
            </a:srgbClr>
          </a:solidFill>
          <a:ln w="76200">
            <a:solidFill>
              <a:srgbClr val="000000"/>
            </a:solidFill>
            <a:round/>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ro-RO" sz="1200" b="1"/>
              <a:t>    </a:t>
            </a:r>
          </a:p>
          <a:p>
            <a:pPr>
              <a:spcBef>
                <a:spcPct val="0"/>
              </a:spcBef>
              <a:buFontTx/>
              <a:buNone/>
            </a:pPr>
            <a:r>
              <a:rPr lang="en-US" altLang="ro-RO" sz="1200" b="1"/>
              <a:t>    1     </a:t>
            </a:r>
            <a:r>
              <a:rPr lang="ro-RO" altLang="ro-RO" sz="1200" b="1"/>
              <a:t>                                 </a:t>
            </a:r>
            <a:r>
              <a:rPr lang="en-US" altLang="ro-RO" sz="1200" b="1"/>
              <a:t>   3    </a:t>
            </a:r>
          </a:p>
          <a:p>
            <a:pPr>
              <a:spcBef>
                <a:spcPct val="0"/>
              </a:spcBef>
              <a:buFontTx/>
              <a:buNone/>
            </a:pPr>
            <a:endParaRPr lang="en-US" altLang="ro-RO" sz="1200"/>
          </a:p>
          <a:p>
            <a:pPr>
              <a:spcBef>
                <a:spcPct val="0"/>
              </a:spcBef>
              <a:buFontTx/>
              <a:buNone/>
            </a:pPr>
            <a:endParaRPr lang="en-US" altLang="ro-RO" sz="1200"/>
          </a:p>
          <a:p>
            <a:pPr>
              <a:spcBef>
                <a:spcPct val="0"/>
              </a:spcBef>
              <a:buFontTx/>
              <a:buNone/>
            </a:pPr>
            <a:r>
              <a:rPr lang="en-US" altLang="ro-RO" sz="1200" b="1"/>
              <a:t>  </a:t>
            </a:r>
            <a:endParaRPr lang="ro-RO" altLang="ro-RO" sz="1200" b="1"/>
          </a:p>
          <a:p>
            <a:pPr>
              <a:spcBef>
                <a:spcPct val="0"/>
              </a:spcBef>
              <a:buFontTx/>
              <a:buNone/>
            </a:pPr>
            <a:endParaRPr lang="ro-RO" altLang="ro-RO" sz="1200" b="1"/>
          </a:p>
          <a:p>
            <a:pPr>
              <a:spcBef>
                <a:spcPct val="0"/>
              </a:spcBef>
              <a:buFontTx/>
              <a:buNone/>
            </a:pPr>
            <a:endParaRPr lang="ro-RO" altLang="ro-RO" sz="1200" b="1"/>
          </a:p>
          <a:p>
            <a:pPr>
              <a:spcBef>
                <a:spcPct val="0"/>
              </a:spcBef>
              <a:buFontTx/>
              <a:buNone/>
            </a:pPr>
            <a:endParaRPr lang="ro-RO" altLang="ro-RO" sz="1200" b="1"/>
          </a:p>
          <a:p>
            <a:pPr>
              <a:spcBef>
                <a:spcPct val="0"/>
              </a:spcBef>
              <a:buFontTx/>
              <a:buNone/>
            </a:pPr>
            <a:r>
              <a:rPr lang="ro-RO" altLang="ro-RO" sz="1200" b="1"/>
              <a:t>   </a:t>
            </a:r>
            <a:r>
              <a:rPr lang="en-US" altLang="ro-RO" sz="1200" b="1"/>
              <a:t>2                           </a:t>
            </a:r>
            <a:r>
              <a:rPr lang="ro-RO" altLang="ro-RO" sz="1200" b="1"/>
              <a:t>              </a:t>
            </a:r>
            <a:r>
              <a:rPr lang="en-US" altLang="ro-RO" sz="1200" b="1"/>
              <a:t>4</a:t>
            </a:r>
          </a:p>
          <a:p>
            <a:pPr>
              <a:spcBef>
                <a:spcPct val="0"/>
              </a:spcBef>
              <a:buFontTx/>
              <a:buNone/>
            </a:pPr>
            <a:r>
              <a:rPr lang="en-US" altLang="ro-RO" sz="1200" b="1"/>
              <a:t>         </a:t>
            </a:r>
          </a:p>
        </p:txBody>
      </p:sp>
      <p:sp>
        <p:nvSpPr>
          <p:cNvPr id="14339" name="AutoShape 3">
            <a:extLst>
              <a:ext uri="{FF2B5EF4-FFF2-40B4-BE49-F238E27FC236}">
                <a16:creationId xmlns:a16="http://schemas.microsoft.com/office/drawing/2014/main" id="{AF23CD87-F067-407E-B87D-23A965EDC7CB}"/>
              </a:ext>
            </a:extLst>
          </p:cNvPr>
          <p:cNvSpPr>
            <a:spLocks noChangeArrowheads="1"/>
          </p:cNvSpPr>
          <p:nvPr/>
        </p:nvSpPr>
        <p:spPr bwMode="auto">
          <a:xfrm>
            <a:off x="5410200" y="2895601"/>
            <a:ext cx="1066800" cy="1057275"/>
          </a:xfrm>
          <a:prstGeom prst="flowChartConnector">
            <a:avLst/>
          </a:prstGeom>
          <a:solidFill>
            <a:srgbClr val="FFCC00"/>
          </a:solidFill>
          <a:ln w="57150">
            <a:solidFill>
              <a:srgbClr val="000000"/>
            </a:solidFill>
            <a:round/>
            <a:headEnd/>
            <a:tailEnd/>
          </a:ln>
        </p:spPr>
        <p:txBody>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ro-RO" sz="1200" b="1"/>
              <a:t>5      </a:t>
            </a:r>
            <a:r>
              <a:rPr lang="ro-RO" altLang="ro-RO" sz="1200" b="1"/>
              <a:t>    </a:t>
            </a:r>
            <a:r>
              <a:rPr lang="en-US" altLang="ro-RO" sz="1200" b="1"/>
              <a:t>7</a:t>
            </a:r>
          </a:p>
          <a:p>
            <a:pPr>
              <a:spcBef>
                <a:spcPct val="0"/>
              </a:spcBef>
              <a:buFontTx/>
              <a:buNone/>
            </a:pPr>
            <a:endParaRPr lang="en-US" altLang="ro-RO" sz="1200"/>
          </a:p>
          <a:p>
            <a:pPr>
              <a:spcBef>
                <a:spcPct val="0"/>
              </a:spcBef>
              <a:buFontTx/>
              <a:buAutoNum type="arabicPlain" startAt="6"/>
            </a:pPr>
            <a:endParaRPr lang="ro-RO" altLang="ro-RO" sz="1200" b="1"/>
          </a:p>
          <a:p>
            <a:pPr>
              <a:spcBef>
                <a:spcPct val="0"/>
              </a:spcBef>
              <a:buFontTx/>
              <a:buAutoNum type="arabicPlain" startAt="6"/>
            </a:pPr>
            <a:r>
              <a:rPr lang="en-US" altLang="ro-RO" sz="1200" b="1"/>
              <a:t>8</a:t>
            </a:r>
            <a:endParaRPr lang="en-US" altLang="ro-RO" sz="1200"/>
          </a:p>
        </p:txBody>
      </p:sp>
      <p:sp>
        <p:nvSpPr>
          <p:cNvPr id="14340" name="Rectangle 4">
            <a:extLst>
              <a:ext uri="{FF2B5EF4-FFF2-40B4-BE49-F238E27FC236}">
                <a16:creationId xmlns:a16="http://schemas.microsoft.com/office/drawing/2014/main" id="{258A67F0-9246-413A-88F2-720EEFB1DB31}"/>
              </a:ext>
            </a:extLst>
          </p:cNvPr>
          <p:cNvSpPr>
            <a:spLocks noGrp="1" noChangeArrowheads="1"/>
          </p:cNvSpPr>
          <p:nvPr>
            <p:ph type="title" idx="4294967295"/>
          </p:nvPr>
        </p:nvSpPr>
        <p:spPr>
          <a:xfrm>
            <a:off x="254833" y="365125"/>
            <a:ext cx="11527436" cy="1325563"/>
          </a:xfrm>
        </p:spPr>
        <p:txBody>
          <a:bodyPr>
            <a:normAutofit fontScale="90000"/>
          </a:bodyPr>
          <a:lstStyle/>
          <a:p>
            <a:pPr algn="ctr" eaLnBrk="1" hangingPunct="1"/>
            <a:r>
              <a:rPr lang="ro-RO" altLang="ro-RO" sz="3200" b="1" dirty="0" err="1">
                <a:latin typeface="Times New Roman" panose="02020603050405020304" pitchFamily="18" charset="0"/>
                <a:cs typeface="Times New Roman" panose="02020603050405020304" pitchFamily="18" charset="0"/>
              </a:rPr>
              <a:t>Gerrymandering</a:t>
            </a:r>
            <a:r>
              <a:rPr lang="ro-RO" altLang="ro-RO" sz="3200" b="1" dirty="0">
                <a:latin typeface="Times New Roman" panose="02020603050405020304" pitchFamily="18" charset="0"/>
                <a:cs typeface="Times New Roman" panose="02020603050405020304" pitchFamily="18" charset="0"/>
              </a:rPr>
              <a:t> municipal care ia în considerare </a:t>
            </a:r>
            <a:br>
              <a:rPr lang="ro-RO" altLang="ro-RO" sz="3200" b="1" dirty="0">
                <a:latin typeface="Times New Roman" panose="02020603050405020304" pitchFamily="18" charset="0"/>
                <a:cs typeface="Times New Roman" panose="02020603050405020304" pitchFamily="18" charset="0"/>
              </a:rPr>
            </a:br>
            <a:r>
              <a:rPr lang="ro-RO" altLang="ro-RO" sz="3200" b="1" dirty="0">
                <a:latin typeface="Times New Roman" panose="02020603050405020304" pitchFamily="18" charset="0"/>
                <a:cs typeface="Times New Roman" panose="02020603050405020304" pitchFamily="18" charset="0"/>
              </a:rPr>
              <a:t>considerente de vecinătate </a:t>
            </a:r>
            <a:br>
              <a:rPr lang="en-US" altLang="ro-RO" sz="1800" b="1" dirty="0">
                <a:cs typeface="Times New Roman" panose="02020603050405020304" pitchFamily="18" charset="0"/>
              </a:rPr>
            </a:br>
            <a:endParaRPr lang="ro-RO" altLang="ro-RO" dirty="0"/>
          </a:p>
        </p:txBody>
      </p:sp>
      <p:sp>
        <p:nvSpPr>
          <p:cNvPr id="14341" name="Line 5">
            <a:extLst>
              <a:ext uri="{FF2B5EF4-FFF2-40B4-BE49-F238E27FC236}">
                <a16:creationId xmlns:a16="http://schemas.microsoft.com/office/drawing/2014/main" id="{C802C969-BDC6-4310-BD94-26872ED6D817}"/>
              </a:ext>
            </a:extLst>
          </p:cNvPr>
          <p:cNvSpPr>
            <a:spLocks noChangeShapeType="1"/>
          </p:cNvSpPr>
          <p:nvPr/>
        </p:nvSpPr>
        <p:spPr bwMode="auto">
          <a:xfrm>
            <a:off x="5919865" y="2057400"/>
            <a:ext cx="23735" cy="2743200"/>
          </a:xfrm>
          <a:prstGeom prst="line">
            <a:avLst/>
          </a:prstGeom>
          <a:noFill/>
          <a:ln w="63500">
            <a:solidFill>
              <a:srgbClr val="000000"/>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14342" name="Line 10">
            <a:extLst>
              <a:ext uri="{FF2B5EF4-FFF2-40B4-BE49-F238E27FC236}">
                <a16:creationId xmlns:a16="http://schemas.microsoft.com/office/drawing/2014/main" id="{58912038-8D6E-4463-A8B8-D80A1FCEBAB4}"/>
              </a:ext>
            </a:extLst>
          </p:cNvPr>
          <p:cNvSpPr>
            <a:spLocks noChangeShapeType="1"/>
          </p:cNvSpPr>
          <p:nvPr/>
        </p:nvSpPr>
        <p:spPr bwMode="auto">
          <a:xfrm>
            <a:off x="4419600" y="3429000"/>
            <a:ext cx="29718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F39264A-8CDD-4AC6-83A2-2E0388DDC9DE}"/>
              </a:ext>
            </a:extLst>
          </p:cNvPr>
          <p:cNvSpPr>
            <a:spLocks noGrp="1" noChangeArrowheads="1"/>
          </p:cNvSpPr>
          <p:nvPr>
            <p:ph type="title"/>
          </p:nvPr>
        </p:nvSpPr>
        <p:spPr>
          <a:xfrm>
            <a:off x="1908748" y="-131164"/>
            <a:ext cx="7772400" cy="1000594"/>
          </a:xfrm>
        </p:spPr>
        <p:txBody>
          <a:bodyPr/>
          <a:lstStyle/>
          <a:p>
            <a:pPr eaLnBrk="1" hangingPunct="1"/>
            <a:r>
              <a:rPr lang="ro-RO" altLang="ro-RO" sz="3600" b="1" dirty="0">
                <a:latin typeface="Times New Roman" panose="02020603050405020304" pitchFamily="18" charset="0"/>
                <a:cs typeface="Times New Roman" panose="02020603050405020304" pitchFamily="18" charset="0"/>
              </a:rPr>
              <a:t>Scrutinul majoritar</a:t>
            </a:r>
          </a:p>
        </p:txBody>
      </p:sp>
      <p:sp>
        <p:nvSpPr>
          <p:cNvPr id="9219" name="Rectangle 3">
            <a:extLst>
              <a:ext uri="{FF2B5EF4-FFF2-40B4-BE49-F238E27FC236}">
                <a16:creationId xmlns:a16="http://schemas.microsoft.com/office/drawing/2014/main" id="{CAAFC4B0-9F66-4747-85BE-D330C3577FAE}"/>
              </a:ext>
            </a:extLst>
          </p:cNvPr>
          <p:cNvSpPr>
            <a:spLocks noGrp="1" noChangeArrowheads="1"/>
          </p:cNvSpPr>
          <p:nvPr>
            <p:ph type="body" idx="1"/>
          </p:nvPr>
        </p:nvSpPr>
        <p:spPr>
          <a:xfrm>
            <a:off x="374754" y="689548"/>
            <a:ext cx="11647357" cy="6168452"/>
          </a:xfrm>
        </p:spPr>
        <p:txBody>
          <a:bodyPr vert="horz" lIns="91440" tIns="0" rIns="91440" bIns="0" rtlCol="0">
            <a:normAutofit/>
          </a:bodyPr>
          <a:lstStyle/>
          <a:p>
            <a:pPr algn="just" eaLnBrk="1" hangingPunct="1">
              <a:lnSpc>
                <a:spcPct val="90000"/>
              </a:lnSpc>
              <a:buFontTx/>
              <a:buNone/>
              <a:defRPr/>
            </a:pPr>
            <a:r>
              <a:rPr lang="ro-RO" sz="2000" dirty="0">
                <a:solidFill>
                  <a:srgbClr val="000066"/>
                </a:solidFill>
                <a:latin typeface="Times New Roman" panose="02020603050405020304" pitchFamily="18" charset="0"/>
                <a:cs typeface="Times New Roman" panose="02020603050405020304" pitchFamily="18" charset="0"/>
              </a:rPr>
              <a:t>Desemnează modul de organizare al votării în care </a:t>
            </a:r>
            <a:r>
              <a:rPr lang="ro-RO" sz="2000" b="1" dirty="0">
                <a:solidFill>
                  <a:srgbClr val="000066"/>
                </a:solidFill>
                <a:latin typeface="Times New Roman" panose="02020603050405020304" pitchFamily="18" charset="0"/>
                <a:cs typeface="Times New Roman" panose="02020603050405020304" pitchFamily="18" charset="0"/>
              </a:rPr>
              <a:t>primul candidat clasat este declarat ales</a:t>
            </a:r>
            <a:r>
              <a:rPr lang="ro-RO" sz="2000" dirty="0">
                <a:solidFill>
                  <a:srgbClr val="000066"/>
                </a:solidFill>
                <a:latin typeface="Times New Roman" panose="02020603050405020304" pitchFamily="18" charset="0"/>
                <a:cs typeface="Times New Roman" panose="02020603050405020304" pitchFamily="18" charset="0"/>
              </a:rPr>
              <a:t>.</a:t>
            </a:r>
          </a:p>
          <a:p>
            <a:pPr algn="just" eaLnBrk="1" hangingPunct="1">
              <a:lnSpc>
                <a:spcPct val="90000"/>
              </a:lnSpc>
              <a:buFontTx/>
              <a:buNone/>
              <a:defRPr/>
            </a:pPr>
            <a:endParaRPr lang="ro-RO" sz="2000" dirty="0">
              <a:solidFill>
                <a:srgbClr val="000066"/>
              </a:solidFill>
              <a:latin typeface="Times New Roman" panose="02020603050405020304" pitchFamily="18" charset="0"/>
              <a:cs typeface="Times New Roman" panose="02020603050405020304" pitchFamily="18" charset="0"/>
            </a:endParaRPr>
          </a:p>
          <a:p>
            <a:pPr marL="0" indent="0" algn="just">
              <a:defRPr/>
            </a:pPr>
            <a:r>
              <a:rPr lang="ro-RO" sz="2000" dirty="0">
                <a:solidFill>
                  <a:srgbClr val="000066"/>
                </a:solidFill>
                <a:latin typeface="Times New Roman" panose="02020603050405020304" pitchFamily="18" charset="0"/>
                <a:cs typeface="Times New Roman" panose="02020603050405020304" pitchFamily="18" charset="0"/>
              </a:rPr>
              <a:t>Are ca obiectiv principal </a:t>
            </a:r>
            <a:r>
              <a:rPr lang="ro-RO" sz="2000" b="1" i="1" dirty="0">
                <a:solidFill>
                  <a:srgbClr val="000066"/>
                </a:solidFill>
                <a:latin typeface="Times New Roman" panose="02020603050405020304" pitchFamily="18" charset="0"/>
                <a:cs typeface="Times New Roman" panose="02020603050405020304" pitchFamily="18" charset="0"/>
              </a:rPr>
              <a:t>asigurarea guvernabilităţii </a:t>
            </a:r>
            <a:r>
              <a:rPr lang="ro-RO" sz="2000" dirty="0">
                <a:solidFill>
                  <a:srgbClr val="000066"/>
                </a:solidFill>
                <a:latin typeface="Times New Roman" panose="02020603050405020304" pitchFamily="18" charset="0"/>
                <a:cs typeface="Times New Roman" panose="02020603050405020304" pitchFamily="18" charset="0"/>
              </a:rPr>
              <a:t>prin forţarea “mecanică” a majorității unui partid. </a:t>
            </a:r>
          </a:p>
          <a:p>
            <a:pPr marL="0" indent="0" algn="just">
              <a:defRPr/>
            </a:pPr>
            <a:endParaRPr lang="ro-RO" sz="2000" dirty="0">
              <a:solidFill>
                <a:srgbClr val="000066"/>
              </a:solidFill>
              <a:latin typeface="Times New Roman" panose="02020603050405020304" pitchFamily="18" charset="0"/>
              <a:cs typeface="Times New Roman" panose="02020603050405020304" pitchFamily="18" charset="0"/>
            </a:endParaRPr>
          </a:p>
          <a:p>
            <a:pPr marL="0" indent="0" algn="just">
              <a:defRPr/>
            </a:pPr>
            <a:r>
              <a:rPr lang="ro-RO" sz="2000" dirty="0">
                <a:solidFill>
                  <a:srgbClr val="000066"/>
                </a:solidFill>
                <a:latin typeface="Times New Roman" panose="02020603050405020304" pitchFamily="18" charset="0"/>
                <a:cs typeface="Times New Roman" panose="02020603050405020304" pitchFamily="18" charset="0"/>
              </a:rPr>
              <a:t>Urmăreşte </a:t>
            </a:r>
            <a:r>
              <a:rPr lang="ro-RO" sz="2000" b="1" i="1" dirty="0">
                <a:solidFill>
                  <a:srgbClr val="000066"/>
                </a:solidFill>
                <a:latin typeface="Times New Roman" panose="02020603050405020304" pitchFamily="18" charset="0"/>
                <a:cs typeface="Times New Roman" panose="02020603050405020304" pitchFamily="18" charset="0"/>
              </a:rPr>
              <a:t>să degaje majoritatea unui partid </a:t>
            </a:r>
            <a:r>
              <a:rPr lang="ro-RO" sz="2000" dirty="0">
                <a:solidFill>
                  <a:srgbClr val="000066"/>
                </a:solidFill>
                <a:latin typeface="Times New Roman" panose="02020603050405020304" pitchFamily="18" charset="0"/>
                <a:cs typeface="Times New Roman" panose="02020603050405020304" pitchFamily="18" charset="0"/>
              </a:rPr>
              <a:t>sau a unei </a:t>
            </a:r>
            <a:r>
              <a:rPr lang="ro-RO" sz="2000" dirty="0" err="1">
                <a:solidFill>
                  <a:srgbClr val="000066"/>
                </a:solidFill>
                <a:latin typeface="Times New Roman" panose="02020603050405020304" pitchFamily="18" charset="0"/>
                <a:cs typeface="Times New Roman" panose="02020603050405020304" pitchFamily="18" charset="0"/>
              </a:rPr>
              <a:t>alianţe</a:t>
            </a:r>
            <a:r>
              <a:rPr lang="ro-RO" sz="2000" dirty="0">
                <a:solidFill>
                  <a:srgbClr val="000066"/>
                </a:solidFill>
                <a:latin typeface="Times New Roman" panose="02020603050405020304" pitchFamily="18" charset="0"/>
                <a:cs typeface="Times New Roman" panose="02020603050405020304" pitchFamily="18" charset="0"/>
              </a:rPr>
              <a:t> electorale.</a:t>
            </a:r>
          </a:p>
          <a:p>
            <a:pPr marL="0" indent="0" algn="just">
              <a:buNone/>
              <a:defRPr/>
            </a:pPr>
            <a:endParaRPr lang="ro-RO" sz="2000" dirty="0">
              <a:solidFill>
                <a:srgbClr val="000066"/>
              </a:solidFill>
              <a:latin typeface="Times New Roman" panose="02020603050405020304" pitchFamily="18" charset="0"/>
              <a:cs typeface="Times New Roman" panose="02020603050405020304" pitchFamily="18" charset="0"/>
            </a:endParaRPr>
          </a:p>
          <a:p>
            <a:pPr algn="just" eaLnBrk="1" hangingPunct="1">
              <a:lnSpc>
                <a:spcPct val="90000"/>
              </a:lnSpc>
              <a:defRPr/>
            </a:pPr>
            <a:r>
              <a:rPr lang="ro-RO" sz="2000" dirty="0">
                <a:solidFill>
                  <a:srgbClr val="000066"/>
                </a:solidFill>
                <a:latin typeface="Times New Roman" panose="02020603050405020304" pitchFamily="18" charset="0"/>
                <a:cs typeface="Times New Roman" panose="02020603050405020304" pitchFamily="18" charset="0"/>
              </a:rPr>
              <a:t>Scrutinul majoritar poate fi clasificat în </a:t>
            </a:r>
            <a:r>
              <a:rPr lang="ro-RO" sz="2000" b="1" i="1" dirty="0">
                <a:solidFill>
                  <a:srgbClr val="000066"/>
                </a:solidFill>
                <a:latin typeface="Times New Roman" panose="02020603050405020304" pitchFamily="18" charset="0"/>
                <a:cs typeface="Times New Roman" panose="02020603050405020304" pitchFamily="18" charset="0"/>
              </a:rPr>
              <a:t>funcţie de circumscripție</a:t>
            </a:r>
            <a:r>
              <a:rPr lang="ro-RO" sz="2000" dirty="0">
                <a:solidFill>
                  <a:srgbClr val="000066"/>
                </a:solidFill>
                <a:latin typeface="Times New Roman" panose="02020603050405020304" pitchFamily="18" charset="0"/>
                <a:cs typeface="Times New Roman" panose="02020603050405020304" pitchFamily="18" charset="0"/>
              </a:rPr>
              <a:t>:</a:t>
            </a:r>
          </a:p>
          <a:p>
            <a:pPr marL="0" indent="0" algn="just">
              <a:buNone/>
              <a:defRPr/>
            </a:pPr>
            <a:endParaRPr lang="ro-RO" sz="2000" dirty="0">
              <a:solidFill>
                <a:srgbClr val="000066"/>
              </a:solidFill>
              <a:latin typeface="Times New Roman" panose="02020603050405020304" pitchFamily="18" charset="0"/>
              <a:cs typeface="Times New Roman" panose="02020603050405020304" pitchFamily="18" charset="0"/>
            </a:endParaRPr>
          </a:p>
          <a:p>
            <a:pPr marL="0" indent="0" algn="just">
              <a:buNone/>
              <a:defRPr/>
            </a:pPr>
            <a:r>
              <a:rPr lang="ro-RO" sz="2000" dirty="0">
                <a:solidFill>
                  <a:srgbClr val="000066"/>
                </a:solidFill>
                <a:latin typeface="Times New Roman" panose="02020603050405020304" pitchFamily="18" charset="0"/>
                <a:cs typeface="Times New Roman" panose="02020603050405020304" pitchFamily="18" charset="0"/>
              </a:rPr>
              <a:t> - </a:t>
            </a:r>
            <a:r>
              <a:rPr lang="ro-RO" sz="2000" b="1" dirty="0">
                <a:solidFill>
                  <a:srgbClr val="000066"/>
                </a:solidFill>
                <a:latin typeface="Times New Roman" panose="02020603050405020304" pitchFamily="18" charset="0"/>
                <a:cs typeface="Times New Roman" panose="02020603050405020304" pitchFamily="18" charset="0"/>
              </a:rPr>
              <a:t>uninominal</a:t>
            </a:r>
            <a:r>
              <a:rPr lang="ro-RO" sz="2000" dirty="0">
                <a:solidFill>
                  <a:srgbClr val="000066"/>
                </a:solidFill>
                <a:latin typeface="Times New Roman" panose="02020603050405020304" pitchFamily="18" charset="0"/>
                <a:cs typeface="Times New Roman" panose="02020603050405020304" pitchFamily="18" charset="0"/>
              </a:rPr>
              <a:t>    (dacă se desfăşoară într-o circumscripție în care se dispută un sigur mandat – uninominală)</a:t>
            </a:r>
          </a:p>
          <a:p>
            <a:pPr marL="0" indent="0" algn="just">
              <a:buNone/>
              <a:tabLst>
                <a:tab pos="0" algn="l"/>
              </a:tabLst>
              <a:defRPr/>
            </a:pPr>
            <a:r>
              <a:rPr lang="ro-RO" sz="2000" dirty="0">
                <a:solidFill>
                  <a:srgbClr val="000066"/>
                </a:solidFill>
                <a:latin typeface="Times New Roman" panose="02020603050405020304" pitchFamily="18" charset="0"/>
                <a:cs typeface="Times New Roman" panose="02020603050405020304" pitchFamily="18" charset="0"/>
              </a:rPr>
              <a:t> - </a:t>
            </a:r>
            <a:r>
              <a:rPr lang="ro-RO" sz="2000" b="1" dirty="0" err="1">
                <a:solidFill>
                  <a:srgbClr val="000066"/>
                </a:solidFill>
                <a:latin typeface="Times New Roman" panose="02020603050405020304" pitchFamily="18" charset="0"/>
                <a:cs typeface="Times New Roman" panose="02020603050405020304" pitchFamily="18" charset="0"/>
              </a:rPr>
              <a:t>plurinominal</a:t>
            </a:r>
            <a:r>
              <a:rPr lang="ro-RO" sz="2000" dirty="0">
                <a:solidFill>
                  <a:srgbClr val="000066"/>
                </a:solidFill>
                <a:latin typeface="Times New Roman" panose="02020603050405020304" pitchFamily="18" charset="0"/>
                <a:cs typeface="Times New Roman" panose="02020603050405020304" pitchFamily="18" charset="0"/>
              </a:rPr>
              <a:t>  (dacă se desfăşoară într-o circumscripție în care se dispută mai mult mandate)</a:t>
            </a:r>
          </a:p>
          <a:p>
            <a:pPr algn="just" eaLnBrk="1" hangingPunct="1">
              <a:lnSpc>
                <a:spcPct val="90000"/>
              </a:lnSpc>
              <a:buFontTx/>
              <a:buNone/>
              <a:defRPr/>
            </a:pPr>
            <a:endParaRPr lang="ro-RO" sz="2000" dirty="0">
              <a:solidFill>
                <a:srgbClr val="000066"/>
              </a:solidFill>
              <a:latin typeface="Times New Roman" panose="02020603050405020304" pitchFamily="18" charset="0"/>
              <a:cs typeface="Times New Roman" panose="02020603050405020304" pitchFamily="18" charset="0"/>
            </a:endParaRPr>
          </a:p>
          <a:p>
            <a:pPr algn="just" eaLnBrk="1" hangingPunct="1">
              <a:lnSpc>
                <a:spcPct val="90000"/>
              </a:lnSpc>
              <a:buFontTx/>
              <a:buNone/>
              <a:defRPr/>
            </a:pPr>
            <a:r>
              <a:rPr lang="ro-RO" sz="2000" dirty="0">
                <a:solidFill>
                  <a:srgbClr val="000066"/>
                </a:solidFill>
                <a:latin typeface="Times New Roman" panose="02020603050405020304" pitchFamily="18" charset="0"/>
                <a:cs typeface="Times New Roman" panose="02020603050405020304" pitchFamily="18" charset="0"/>
              </a:rPr>
              <a:t>sau în </a:t>
            </a:r>
            <a:r>
              <a:rPr lang="ro-RO" sz="2000" b="1" i="1" dirty="0">
                <a:solidFill>
                  <a:srgbClr val="000066"/>
                </a:solidFill>
                <a:latin typeface="Times New Roman" panose="02020603050405020304" pitchFamily="18" charset="0"/>
                <a:cs typeface="Times New Roman" panose="02020603050405020304" pitchFamily="18" charset="0"/>
              </a:rPr>
              <a:t>funcţie de proporția majorității</a:t>
            </a:r>
            <a:r>
              <a:rPr lang="ro-RO" sz="2000" dirty="0">
                <a:solidFill>
                  <a:srgbClr val="000066"/>
                </a:solidFill>
                <a:latin typeface="Times New Roman" panose="02020603050405020304" pitchFamily="18" charset="0"/>
                <a:cs typeface="Times New Roman" panose="02020603050405020304" pitchFamily="18" charset="0"/>
              </a:rPr>
              <a:t>:</a:t>
            </a:r>
          </a:p>
          <a:p>
            <a:pPr algn="just" eaLnBrk="1" hangingPunct="1">
              <a:lnSpc>
                <a:spcPct val="90000"/>
              </a:lnSpc>
              <a:buFontTx/>
              <a:buNone/>
              <a:defRPr/>
            </a:pPr>
            <a:endParaRPr lang="ro-RO" sz="2000" dirty="0">
              <a:solidFill>
                <a:srgbClr val="000066"/>
              </a:solidFill>
              <a:latin typeface="Times New Roman" panose="02020603050405020304" pitchFamily="18" charset="0"/>
              <a:cs typeface="Times New Roman" panose="02020603050405020304" pitchFamily="18" charset="0"/>
            </a:endParaRPr>
          </a:p>
          <a:p>
            <a:pPr algn="just" eaLnBrk="1" hangingPunct="1">
              <a:lnSpc>
                <a:spcPct val="90000"/>
              </a:lnSpc>
              <a:buFontTx/>
              <a:buChar char="-"/>
              <a:defRPr/>
            </a:pPr>
            <a:r>
              <a:rPr lang="ro-RO" sz="2000" dirty="0">
                <a:solidFill>
                  <a:srgbClr val="000066"/>
                </a:solidFill>
                <a:latin typeface="Times New Roman" panose="02020603050405020304" pitchFamily="18" charset="0"/>
                <a:cs typeface="Times New Roman" panose="02020603050405020304" pitchFamily="18" charset="0"/>
              </a:rPr>
              <a:t>cu </a:t>
            </a:r>
            <a:r>
              <a:rPr lang="ro-RO" sz="2000" b="1" i="1" dirty="0">
                <a:solidFill>
                  <a:srgbClr val="000066"/>
                </a:solidFill>
                <a:latin typeface="Times New Roman" panose="02020603050405020304" pitchFamily="18" charset="0"/>
                <a:cs typeface="Times New Roman" panose="02020603050405020304" pitchFamily="18" charset="0"/>
              </a:rPr>
              <a:t>majoritate relativă </a:t>
            </a:r>
            <a:r>
              <a:rPr lang="ro-RO" sz="2000" dirty="0">
                <a:solidFill>
                  <a:srgbClr val="000066"/>
                </a:solidFill>
                <a:latin typeface="Times New Roman" panose="02020603050405020304" pitchFamily="18" charset="0"/>
                <a:cs typeface="Times New Roman" panose="02020603050405020304" pitchFamily="18" charset="0"/>
              </a:rPr>
              <a:t>(sau într-un tur) dacă primul clasat este declarat ales oricare ar fi majoritatea obținut</a:t>
            </a:r>
          </a:p>
          <a:p>
            <a:pPr algn="just" eaLnBrk="1" hangingPunct="1">
              <a:lnSpc>
                <a:spcPct val="90000"/>
              </a:lnSpc>
              <a:buFontTx/>
              <a:buChar char="-"/>
              <a:defRPr/>
            </a:pPr>
            <a:r>
              <a:rPr lang="ro-RO" sz="2000" dirty="0">
                <a:solidFill>
                  <a:srgbClr val="000066"/>
                </a:solidFill>
                <a:latin typeface="Times New Roman" panose="02020603050405020304" pitchFamily="18" charset="0"/>
                <a:cs typeface="Times New Roman" panose="02020603050405020304" pitchFamily="18" charset="0"/>
              </a:rPr>
              <a:t>cu </a:t>
            </a:r>
            <a:r>
              <a:rPr lang="ro-RO" sz="2000" b="1" i="1" dirty="0">
                <a:solidFill>
                  <a:srgbClr val="000066"/>
                </a:solidFill>
                <a:latin typeface="Times New Roman" panose="02020603050405020304" pitchFamily="18" charset="0"/>
                <a:cs typeface="Times New Roman" panose="02020603050405020304" pitchFamily="18" charset="0"/>
              </a:rPr>
              <a:t>majoritate absolută </a:t>
            </a:r>
            <a:r>
              <a:rPr lang="ro-RO" sz="2000" dirty="0">
                <a:solidFill>
                  <a:srgbClr val="000066"/>
                </a:solidFill>
                <a:latin typeface="Times New Roman" panose="02020603050405020304" pitchFamily="18" charset="0"/>
                <a:cs typeface="Times New Roman" panose="02020603050405020304" pitchFamily="18" charset="0"/>
              </a:rPr>
              <a:t>(sau în două ori mai multe tururi) dacă primul clasat a obținut peste jumătate din voturi</a:t>
            </a:r>
          </a:p>
          <a:p>
            <a:pPr eaLnBrk="1" hangingPunct="1">
              <a:lnSpc>
                <a:spcPct val="90000"/>
              </a:lnSpc>
              <a:buFontTx/>
              <a:buNone/>
              <a:defRPr/>
            </a:pPr>
            <a:endParaRPr lang="ro-RO" sz="2000" dirty="0">
              <a:solidFill>
                <a:srgbClr val="00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1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21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219">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21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219">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219">
                                            <p:txEl>
                                              <p:pRg st="13" end="13"/>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21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CF10590-F32F-44BA-9A0F-946EF4A50AEA}"/>
              </a:ext>
            </a:extLst>
          </p:cNvPr>
          <p:cNvSpPr>
            <a:spLocks noGrp="1"/>
          </p:cNvSpPr>
          <p:nvPr>
            <p:ph type="title"/>
          </p:nvPr>
        </p:nvSpPr>
        <p:spPr>
          <a:xfrm>
            <a:off x="838200" y="365125"/>
            <a:ext cx="10515600" cy="744147"/>
          </a:xfrm>
        </p:spPr>
        <p:txBody>
          <a:bodyPr>
            <a:normAutofit/>
          </a:bodyPr>
          <a:lstStyle/>
          <a:p>
            <a:pPr algn="ctr"/>
            <a:r>
              <a:rPr lang="ro-RO" sz="3600" b="1" dirty="0">
                <a:solidFill>
                  <a:srgbClr val="0070C0"/>
                </a:solidFill>
                <a:latin typeface="Times New Roman" panose="02020603050405020304" pitchFamily="18" charset="0"/>
                <a:cs typeface="Times New Roman" panose="02020603050405020304" pitchFamily="18" charset="0"/>
              </a:rPr>
              <a:t>Sistemul electoral englez</a:t>
            </a:r>
          </a:p>
        </p:txBody>
      </p:sp>
      <p:pic>
        <p:nvPicPr>
          <p:cNvPr id="5" name="Substituent conținut 4">
            <a:extLst>
              <a:ext uri="{FF2B5EF4-FFF2-40B4-BE49-F238E27FC236}">
                <a16:creationId xmlns:a16="http://schemas.microsoft.com/office/drawing/2014/main" id="{4815CACC-B012-4EFD-AF04-F5C8CDAB97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6767" y="1109272"/>
            <a:ext cx="10005935" cy="5083800"/>
          </a:xfrm>
        </p:spPr>
      </p:pic>
      <p:sp>
        <p:nvSpPr>
          <p:cNvPr id="6" name="Dreptunghi 5">
            <a:extLst>
              <a:ext uri="{FF2B5EF4-FFF2-40B4-BE49-F238E27FC236}">
                <a16:creationId xmlns:a16="http://schemas.microsoft.com/office/drawing/2014/main" id="{6E03F37A-44D6-4A08-8ABF-8ED86074CC3A}"/>
              </a:ext>
            </a:extLst>
          </p:cNvPr>
          <p:cNvSpPr/>
          <p:nvPr/>
        </p:nvSpPr>
        <p:spPr>
          <a:xfrm>
            <a:off x="838200" y="6193072"/>
            <a:ext cx="11353800" cy="615553"/>
          </a:xfrm>
          <a:prstGeom prst="rect">
            <a:avLst/>
          </a:prstGeom>
        </p:spPr>
        <p:txBody>
          <a:bodyPr wrap="square">
            <a:spAutoFit/>
          </a:bodyPr>
          <a:lstStyle/>
          <a:p>
            <a:r>
              <a:rPr lang="en-US" sz="1600" b="1" dirty="0"/>
              <a:t>Robert Dighton ‘The Westminster Election,’  </a:t>
            </a:r>
            <a:r>
              <a:rPr lang="ro-RO" sz="1600" dirty="0"/>
              <a:t>întâlnire electorală pentru alegerile generale din </a:t>
            </a:r>
            <a:r>
              <a:rPr lang="en-US" sz="1600" dirty="0"/>
              <a:t>1796 in Covent Garden</a:t>
            </a:r>
            <a:r>
              <a:rPr lang="ro-RO" sz="1600" dirty="0"/>
              <a:t>, Londra</a:t>
            </a:r>
          </a:p>
          <a:p>
            <a:endParaRPr lang="ro-RO" dirty="0"/>
          </a:p>
        </p:txBody>
      </p:sp>
    </p:spTree>
    <p:extLst>
      <p:ext uri="{BB962C8B-B14F-4D97-AF65-F5344CB8AC3E}">
        <p14:creationId xmlns:p14="http://schemas.microsoft.com/office/powerpoint/2010/main" val="3004168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30B20B1-0ED1-42C2-9AB9-83D9029921C0}"/>
              </a:ext>
            </a:extLst>
          </p:cNvPr>
          <p:cNvSpPr>
            <a:spLocks noGrp="1" noChangeArrowheads="1"/>
          </p:cNvSpPr>
          <p:nvPr>
            <p:ph type="title"/>
          </p:nvPr>
        </p:nvSpPr>
        <p:spPr>
          <a:xfrm>
            <a:off x="2209800" y="228600"/>
            <a:ext cx="7772400" cy="1143000"/>
          </a:xfrm>
        </p:spPr>
        <p:txBody>
          <a:bodyPr/>
          <a:lstStyle/>
          <a:p>
            <a:pPr eaLnBrk="1" hangingPunct="1"/>
            <a:r>
              <a:rPr lang="ro-RO" altLang="ro-RO" sz="3600" b="1" dirty="0">
                <a:latin typeface="Aharoni" panose="02010803020104030203" pitchFamily="2" charset="-79"/>
                <a:cs typeface="Aharoni" panose="02010803020104030203" pitchFamily="2" charset="-79"/>
              </a:rPr>
              <a:t>Scrutinul uninominal cu un tur</a:t>
            </a:r>
          </a:p>
        </p:txBody>
      </p:sp>
      <p:sp>
        <p:nvSpPr>
          <p:cNvPr id="10243" name="Rectangle 3">
            <a:extLst>
              <a:ext uri="{FF2B5EF4-FFF2-40B4-BE49-F238E27FC236}">
                <a16:creationId xmlns:a16="http://schemas.microsoft.com/office/drawing/2014/main" id="{2BB631B4-E5CD-4409-B4F4-652DF25BACAD}"/>
              </a:ext>
            </a:extLst>
          </p:cNvPr>
          <p:cNvSpPr>
            <a:spLocks noGrp="1" noChangeArrowheads="1"/>
          </p:cNvSpPr>
          <p:nvPr>
            <p:ph type="body" idx="1"/>
          </p:nvPr>
        </p:nvSpPr>
        <p:spPr/>
        <p:txBody>
          <a:bodyPr/>
          <a:lstStyle/>
          <a:p>
            <a:pPr eaLnBrk="1" hangingPunct="1"/>
            <a:r>
              <a:rPr lang="ro-RO" altLang="ro-RO" dirty="0">
                <a:solidFill>
                  <a:srgbClr val="000066"/>
                </a:solidFill>
                <a:latin typeface="Times New Roman" panose="02020603050405020304" pitchFamily="18" charset="0"/>
                <a:cs typeface="Times New Roman" panose="02020603050405020304" pitchFamily="18" charset="0"/>
              </a:rPr>
              <a:t>Exemplul tipic: Marea Britanie </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Principiul: câștigătorul ia totul</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Consecința 1: procentajul este relativ</a:t>
            </a:r>
          </a:p>
          <a:p>
            <a:pPr eaLnBrk="1" hangingPunct="1"/>
            <a:r>
              <a:rPr lang="ro-RO" altLang="ro-RO" dirty="0">
                <a:solidFill>
                  <a:srgbClr val="000066"/>
                </a:solidFill>
                <a:latin typeface="Times New Roman" panose="02020603050405020304" pitchFamily="18" charset="0"/>
                <a:cs typeface="Times New Roman" panose="02020603050405020304" pitchFamily="18" charset="0"/>
              </a:rPr>
              <a:t>Consecință 2: creste importanta repartiției geografice a sufragiilor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E7635268-11DB-4CFE-9078-2CF056A6884A}"/>
              </a:ext>
            </a:extLst>
          </p:cNvPr>
          <p:cNvSpPr>
            <a:spLocks noChangeArrowheads="1"/>
          </p:cNvSpPr>
          <p:nvPr/>
        </p:nvSpPr>
        <p:spPr bwMode="auto">
          <a:xfrm>
            <a:off x="520783" y="188913"/>
            <a:ext cx="1112498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ro-RO" altLang="ro-RO" b="1" dirty="0">
                <a:solidFill>
                  <a:srgbClr val="0070C0"/>
                </a:solidFill>
                <a:cs typeface="Times New Roman" panose="02020603050405020304" pitchFamily="18" charset="0"/>
              </a:rPr>
              <a:t>Alegerile parlamentare din mai 2005 în Marea Britanie</a:t>
            </a:r>
            <a:endParaRPr lang="ro-RO" altLang="ro-RO" dirty="0">
              <a:solidFill>
                <a:srgbClr val="0070C0"/>
              </a:solidFill>
              <a:cs typeface="Times New Roman" panose="02020603050405020304" pitchFamily="18" charset="0"/>
            </a:endParaRPr>
          </a:p>
        </p:txBody>
      </p:sp>
      <p:sp>
        <p:nvSpPr>
          <p:cNvPr id="17411" name="Rectangle 38">
            <a:extLst>
              <a:ext uri="{FF2B5EF4-FFF2-40B4-BE49-F238E27FC236}">
                <a16:creationId xmlns:a16="http://schemas.microsoft.com/office/drawing/2014/main" id="{4B029CBC-86FE-41CE-A0D8-E388434A4CA0}"/>
              </a:ext>
            </a:extLst>
          </p:cNvPr>
          <p:cNvSpPr>
            <a:spLocks noChangeArrowheads="1"/>
          </p:cNvSpPr>
          <p:nvPr/>
        </p:nvSpPr>
        <p:spPr bwMode="auto">
          <a:xfrm>
            <a:off x="1524000" y="3810000"/>
            <a:ext cx="904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ro-RO" altLang="ro-RO" sz="1400" b="1" dirty="0">
                <a:solidFill>
                  <a:srgbClr val="000000"/>
                </a:solidFill>
              </a:rPr>
              <a:t>  </a:t>
            </a:r>
          </a:p>
        </p:txBody>
      </p:sp>
      <p:sp>
        <p:nvSpPr>
          <p:cNvPr id="17412" name="Rectangle 48">
            <a:extLst>
              <a:ext uri="{FF2B5EF4-FFF2-40B4-BE49-F238E27FC236}">
                <a16:creationId xmlns:a16="http://schemas.microsoft.com/office/drawing/2014/main" id="{57A42CF2-6775-4808-B65B-A59CC2CC66CB}"/>
              </a:ext>
            </a:extLst>
          </p:cNvPr>
          <p:cNvSpPr>
            <a:spLocks noChangeArrowheads="1"/>
          </p:cNvSpPr>
          <p:nvPr/>
        </p:nvSpPr>
        <p:spPr bwMode="auto">
          <a:xfrm>
            <a:off x="1585914" y="4648201"/>
            <a:ext cx="23764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ro-RO" altLang="ro-RO" sz="1800" b="1" dirty="0">
                <a:solidFill>
                  <a:srgbClr val="000000"/>
                </a:solidFill>
              </a:rPr>
              <a:t> </a:t>
            </a:r>
            <a:endParaRPr lang="ro-RO" altLang="ro-RO" sz="1400" dirty="0"/>
          </a:p>
        </p:txBody>
      </p:sp>
      <p:sp>
        <p:nvSpPr>
          <p:cNvPr id="17413" name="Rectangle 68">
            <a:extLst>
              <a:ext uri="{FF2B5EF4-FFF2-40B4-BE49-F238E27FC236}">
                <a16:creationId xmlns:a16="http://schemas.microsoft.com/office/drawing/2014/main" id="{D08D047B-666B-4F68-B8AA-EB81A6995593}"/>
              </a:ext>
            </a:extLst>
          </p:cNvPr>
          <p:cNvSpPr>
            <a:spLocks noChangeArrowheads="1"/>
          </p:cNvSpPr>
          <p:nvPr/>
        </p:nvSpPr>
        <p:spPr bwMode="auto">
          <a:xfrm>
            <a:off x="1527176" y="438150"/>
            <a:ext cx="11113"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4" name="Rectangle 69">
            <a:extLst>
              <a:ext uri="{FF2B5EF4-FFF2-40B4-BE49-F238E27FC236}">
                <a16:creationId xmlns:a16="http://schemas.microsoft.com/office/drawing/2014/main" id="{83E59989-DBA6-4C38-A926-45AAF0A20D01}"/>
              </a:ext>
            </a:extLst>
          </p:cNvPr>
          <p:cNvSpPr>
            <a:spLocks noChangeArrowheads="1"/>
          </p:cNvSpPr>
          <p:nvPr/>
        </p:nvSpPr>
        <p:spPr bwMode="auto">
          <a:xfrm>
            <a:off x="38306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5" name="Rectangle 70">
            <a:extLst>
              <a:ext uri="{FF2B5EF4-FFF2-40B4-BE49-F238E27FC236}">
                <a16:creationId xmlns:a16="http://schemas.microsoft.com/office/drawing/2014/main" id="{DEBE6A59-D509-4D61-A84B-B4D5FBC4DF7F}"/>
              </a:ext>
            </a:extLst>
          </p:cNvPr>
          <p:cNvSpPr>
            <a:spLocks noChangeArrowheads="1"/>
          </p:cNvSpPr>
          <p:nvPr/>
        </p:nvSpPr>
        <p:spPr bwMode="auto">
          <a:xfrm>
            <a:off x="54435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6" name="Rectangle 71">
            <a:extLst>
              <a:ext uri="{FF2B5EF4-FFF2-40B4-BE49-F238E27FC236}">
                <a16:creationId xmlns:a16="http://schemas.microsoft.com/office/drawing/2014/main" id="{B5A0118F-D627-4CCB-8A26-5B43B36F8C98}"/>
              </a:ext>
            </a:extLst>
          </p:cNvPr>
          <p:cNvSpPr>
            <a:spLocks noChangeArrowheads="1"/>
          </p:cNvSpPr>
          <p:nvPr/>
        </p:nvSpPr>
        <p:spPr bwMode="auto">
          <a:xfrm>
            <a:off x="70691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7" name="Rectangle 72">
            <a:extLst>
              <a:ext uri="{FF2B5EF4-FFF2-40B4-BE49-F238E27FC236}">
                <a16:creationId xmlns:a16="http://schemas.microsoft.com/office/drawing/2014/main" id="{ACC4FC81-369B-42EB-84F1-1D7A82A0D7DF}"/>
              </a:ext>
            </a:extLst>
          </p:cNvPr>
          <p:cNvSpPr>
            <a:spLocks noChangeArrowheads="1"/>
          </p:cNvSpPr>
          <p:nvPr/>
        </p:nvSpPr>
        <p:spPr bwMode="auto">
          <a:xfrm>
            <a:off x="8074026" y="438150"/>
            <a:ext cx="11113"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8" name="Rectangle 74">
            <a:extLst>
              <a:ext uri="{FF2B5EF4-FFF2-40B4-BE49-F238E27FC236}">
                <a16:creationId xmlns:a16="http://schemas.microsoft.com/office/drawing/2014/main" id="{F6160133-696D-40AD-A4BA-2CC29C351059}"/>
              </a:ext>
            </a:extLst>
          </p:cNvPr>
          <p:cNvSpPr>
            <a:spLocks noChangeArrowheads="1"/>
          </p:cNvSpPr>
          <p:nvPr/>
        </p:nvSpPr>
        <p:spPr bwMode="auto">
          <a:xfrm>
            <a:off x="1008538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19" name="Line 104">
            <a:extLst>
              <a:ext uri="{FF2B5EF4-FFF2-40B4-BE49-F238E27FC236}">
                <a16:creationId xmlns:a16="http://schemas.microsoft.com/office/drawing/2014/main" id="{DB0DF6B8-9845-447C-B1FB-0B75E1DD8FF8}"/>
              </a:ext>
            </a:extLst>
          </p:cNvPr>
          <p:cNvSpPr>
            <a:spLocks noChangeShapeType="1"/>
          </p:cNvSpPr>
          <p:nvPr/>
        </p:nvSpPr>
        <p:spPr bwMode="auto">
          <a:xfrm>
            <a:off x="1527175" y="6529389"/>
            <a:ext cx="158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ro-RO" dirty="0"/>
          </a:p>
        </p:txBody>
      </p:sp>
      <p:sp>
        <p:nvSpPr>
          <p:cNvPr id="17420" name="Rectangle 105">
            <a:extLst>
              <a:ext uri="{FF2B5EF4-FFF2-40B4-BE49-F238E27FC236}">
                <a16:creationId xmlns:a16="http://schemas.microsoft.com/office/drawing/2014/main" id="{4B4653DE-4215-4544-9AE9-0FEB6275C36B}"/>
              </a:ext>
            </a:extLst>
          </p:cNvPr>
          <p:cNvSpPr>
            <a:spLocks noChangeArrowheads="1"/>
          </p:cNvSpPr>
          <p:nvPr/>
        </p:nvSpPr>
        <p:spPr bwMode="auto">
          <a:xfrm>
            <a:off x="1527176" y="6529388"/>
            <a:ext cx="11113" cy="111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21" name="Line 116">
            <a:extLst>
              <a:ext uri="{FF2B5EF4-FFF2-40B4-BE49-F238E27FC236}">
                <a16:creationId xmlns:a16="http://schemas.microsoft.com/office/drawing/2014/main" id="{DBB6E1E5-30F2-4C14-9A50-5052C2FF1659}"/>
              </a:ext>
            </a:extLst>
          </p:cNvPr>
          <p:cNvSpPr>
            <a:spLocks noChangeShapeType="1"/>
          </p:cNvSpPr>
          <p:nvPr/>
        </p:nvSpPr>
        <p:spPr bwMode="auto">
          <a:xfrm>
            <a:off x="10059989" y="438150"/>
            <a:ext cx="1587"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ro-RO" dirty="0"/>
          </a:p>
        </p:txBody>
      </p:sp>
      <p:sp>
        <p:nvSpPr>
          <p:cNvPr id="17422" name="Rectangle 117">
            <a:extLst>
              <a:ext uri="{FF2B5EF4-FFF2-40B4-BE49-F238E27FC236}">
                <a16:creationId xmlns:a16="http://schemas.microsoft.com/office/drawing/2014/main" id="{23096EAC-E339-491F-AEFD-75484890B4BF}"/>
              </a:ext>
            </a:extLst>
          </p:cNvPr>
          <p:cNvSpPr>
            <a:spLocks noChangeArrowheads="1"/>
          </p:cNvSpPr>
          <p:nvPr/>
        </p:nvSpPr>
        <p:spPr bwMode="auto">
          <a:xfrm>
            <a:off x="10096501" y="438151"/>
            <a:ext cx="11113" cy="1111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dirty="0"/>
          </a:p>
        </p:txBody>
      </p:sp>
      <p:sp>
        <p:nvSpPr>
          <p:cNvPr id="17423" name="Rectangle 142">
            <a:extLst>
              <a:ext uri="{FF2B5EF4-FFF2-40B4-BE49-F238E27FC236}">
                <a16:creationId xmlns:a16="http://schemas.microsoft.com/office/drawing/2014/main" id="{B39BA979-8823-4CB8-9130-631D71A71216}"/>
              </a:ext>
            </a:extLst>
          </p:cNvPr>
          <p:cNvSpPr>
            <a:spLocks noChangeArrowheads="1"/>
          </p:cNvSpPr>
          <p:nvPr/>
        </p:nvSpPr>
        <p:spPr bwMode="auto">
          <a:xfrm>
            <a:off x="1524001" y="11365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ro-RO" altLang="ro-RO" sz="2400" dirty="0"/>
          </a:p>
        </p:txBody>
      </p:sp>
      <p:graphicFrame>
        <p:nvGraphicFramePr>
          <p:cNvPr id="144" name="Tableau 143">
            <a:extLst>
              <a:ext uri="{FF2B5EF4-FFF2-40B4-BE49-F238E27FC236}">
                <a16:creationId xmlns:a16="http://schemas.microsoft.com/office/drawing/2014/main" id="{12DB4989-E988-4C0B-8262-04D545DDA48F}"/>
              </a:ext>
            </a:extLst>
          </p:cNvPr>
          <p:cNvGraphicFramePr>
            <a:graphicFrameLocks noGrp="1"/>
          </p:cNvGraphicFramePr>
          <p:nvPr>
            <p:extLst>
              <p:ext uri="{D42A27DB-BD31-4B8C-83A1-F6EECF244321}">
                <p14:modId xmlns:p14="http://schemas.microsoft.com/office/powerpoint/2010/main" val="3274466810"/>
              </p:ext>
            </p:extLst>
          </p:nvPr>
        </p:nvGraphicFramePr>
        <p:xfrm>
          <a:off x="1466853" y="1090616"/>
          <a:ext cx="8640761" cy="5329233"/>
        </p:xfrm>
        <a:graphic>
          <a:graphicData uri="http://schemas.openxmlformats.org/drawingml/2006/table">
            <a:tbl>
              <a:tblPr/>
              <a:tblGrid>
                <a:gridCol w="4185756">
                  <a:extLst>
                    <a:ext uri="{9D8B030D-6E8A-4147-A177-3AD203B41FA5}">
                      <a16:colId xmlns:a16="http://schemas.microsoft.com/office/drawing/2014/main" val="20000"/>
                    </a:ext>
                  </a:extLst>
                </a:gridCol>
                <a:gridCol w="1203574">
                  <a:extLst>
                    <a:ext uri="{9D8B030D-6E8A-4147-A177-3AD203B41FA5}">
                      <a16:colId xmlns:a16="http://schemas.microsoft.com/office/drawing/2014/main" val="20001"/>
                    </a:ext>
                  </a:extLst>
                </a:gridCol>
                <a:gridCol w="602211">
                  <a:extLst>
                    <a:ext uri="{9D8B030D-6E8A-4147-A177-3AD203B41FA5}">
                      <a16:colId xmlns:a16="http://schemas.microsoft.com/office/drawing/2014/main" val="20002"/>
                    </a:ext>
                  </a:extLst>
                </a:gridCol>
                <a:gridCol w="842587">
                  <a:extLst>
                    <a:ext uri="{9D8B030D-6E8A-4147-A177-3AD203B41FA5}">
                      <a16:colId xmlns:a16="http://schemas.microsoft.com/office/drawing/2014/main" val="20003"/>
                    </a:ext>
                  </a:extLst>
                </a:gridCol>
                <a:gridCol w="602211">
                  <a:extLst>
                    <a:ext uri="{9D8B030D-6E8A-4147-A177-3AD203B41FA5}">
                      <a16:colId xmlns:a16="http://schemas.microsoft.com/office/drawing/2014/main" val="20004"/>
                    </a:ext>
                  </a:extLst>
                </a:gridCol>
                <a:gridCol w="1204422">
                  <a:extLst>
                    <a:ext uri="{9D8B030D-6E8A-4147-A177-3AD203B41FA5}">
                      <a16:colId xmlns:a16="http://schemas.microsoft.com/office/drawing/2014/main" val="20005"/>
                    </a:ext>
                  </a:extLst>
                </a:gridCol>
              </a:tblGrid>
              <a:tr h="351026">
                <a:tc>
                  <a:txBody>
                    <a:bodyPr/>
                    <a:lstStyle/>
                    <a:p>
                      <a:pPr>
                        <a:lnSpc>
                          <a:spcPct val="150000"/>
                        </a:lnSpc>
                        <a:spcAft>
                          <a:spcPts val="0"/>
                        </a:spcAft>
                      </a:pPr>
                      <a:r>
                        <a:rPr lang="ro-RO" sz="1000" b="1" dirty="0">
                          <a:latin typeface="Times New Roman"/>
                          <a:ea typeface="Calibri"/>
                          <a:cs typeface="Times New Roman"/>
                        </a:rPr>
                        <a:t>Partide sau alianţe 2005</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Voturi </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Locuri</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Diferență %</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2939">
                <a:tc>
                  <a:txBody>
                    <a:bodyPr/>
                    <a:lstStyle/>
                    <a:p>
                      <a:pPr>
                        <a:lnSpc>
                          <a:spcPct val="150000"/>
                        </a:lnSpc>
                        <a:spcAft>
                          <a:spcPts val="0"/>
                        </a:spcAft>
                      </a:pPr>
                      <a:r>
                        <a:rPr lang="ro-RO" sz="1100" b="1" dirty="0">
                          <a:latin typeface="Times New Roman"/>
                          <a:ea typeface="Calibri"/>
                          <a:cs typeface="Times New Roman"/>
                        </a:rPr>
                        <a:t>Partidul Laburist   </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9556183</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35,4</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356</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solidFill>
                            <a:srgbClr val="FF0000"/>
                          </a:solidFill>
                          <a:latin typeface="Times New Roman"/>
                          <a:ea typeface="Calibri"/>
                          <a:cs typeface="Times New Roman"/>
                        </a:rPr>
                        <a:t>55,4</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solidFill>
                            <a:srgbClr val="FF0000"/>
                          </a:solidFill>
                          <a:latin typeface="Times New Roman"/>
                          <a:ea typeface="Calibri"/>
                          <a:cs typeface="Times New Roman"/>
                        </a:rPr>
                        <a:t>+19,8</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2939">
                <a:tc>
                  <a:txBody>
                    <a:bodyPr/>
                    <a:lstStyle/>
                    <a:p>
                      <a:pPr>
                        <a:lnSpc>
                          <a:spcPct val="150000"/>
                        </a:lnSpc>
                        <a:spcAft>
                          <a:spcPts val="0"/>
                        </a:spcAft>
                      </a:pPr>
                      <a:r>
                        <a:rPr lang="ro-RO" sz="1100" b="1" dirty="0">
                          <a:latin typeface="Times New Roman"/>
                          <a:ea typeface="Calibri"/>
                          <a:cs typeface="Times New Roman"/>
                        </a:rPr>
                        <a:t>Partidul Conservator</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8772598</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32,5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197</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30,6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2939">
                <a:tc>
                  <a:txBody>
                    <a:bodyPr/>
                    <a:lstStyle/>
                    <a:p>
                      <a:pPr>
                        <a:lnSpc>
                          <a:spcPct val="150000"/>
                        </a:lnSpc>
                        <a:spcAft>
                          <a:spcPts val="0"/>
                        </a:spcAft>
                      </a:pPr>
                      <a:r>
                        <a:rPr lang="ro-RO" sz="1100" b="1" dirty="0">
                          <a:latin typeface="Times New Roman"/>
                          <a:ea typeface="Calibri"/>
                          <a:cs typeface="Times New Roman"/>
                        </a:rPr>
                        <a:t>Partidul Liberal-Democrat</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5982045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22,1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62</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9,7</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-12,5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2939">
                <a:tc>
                  <a:txBody>
                    <a:bodyPr/>
                    <a:lstStyle/>
                    <a:p>
                      <a:pPr>
                        <a:lnSpc>
                          <a:spcPct val="150000"/>
                        </a:lnSpc>
                        <a:spcAft>
                          <a:spcPts val="0"/>
                        </a:spcAft>
                      </a:pPr>
                      <a:r>
                        <a:rPr lang="ro-RO" sz="1100" b="1" dirty="0">
                          <a:latin typeface="Times New Roman"/>
                          <a:ea typeface="Calibri"/>
                          <a:cs typeface="Times New Roman"/>
                        </a:rPr>
                        <a:t>Partidul Unionist Democratic (DUP)</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241856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0,9</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9</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2939">
                <a:tc>
                  <a:txBody>
                    <a:bodyPr/>
                    <a:lstStyle/>
                    <a:p>
                      <a:pPr>
                        <a:lnSpc>
                          <a:spcPct val="150000"/>
                        </a:lnSpc>
                        <a:spcAft>
                          <a:spcPts val="0"/>
                        </a:spcAft>
                      </a:pPr>
                      <a:r>
                        <a:rPr lang="ro-RO" sz="1100" b="1" dirty="0">
                          <a:latin typeface="Times New Roman"/>
                          <a:ea typeface="Calibri"/>
                          <a:cs typeface="Times New Roman"/>
                        </a:rPr>
                        <a:t>Partidul National </a:t>
                      </a:r>
                      <a:r>
                        <a:rPr lang="ro-RO" sz="1100" b="1" dirty="0" err="1">
                          <a:latin typeface="Times New Roman"/>
                          <a:ea typeface="Calibri"/>
                          <a:cs typeface="Times New Roman"/>
                        </a:rPr>
                        <a:t>Scoţian</a:t>
                      </a:r>
                      <a:r>
                        <a:rPr lang="ro-RO" sz="1100" b="1" dirty="0">
                          <a:latin typeface="Times New Roman"/>
                          <a:ea typeface="Calibri"/>
                          <a:cs typeface="Times New Roman"/>
                        </a:rPr>
                        <a:t> (SNP)</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412267</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0,9</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2939">
                <a:tc>
                  <a:txBody>
                    <a:bodyPr/>
                    <a:lstStyle/>
                    <a:p>
                      <a:pPr>
                        <a:lnSpc>
                          <a:spcPct val="150000"/>
                        </a:lnSpc>
                        <a:spcAft>
                          <a:spcPts val="0"/>
                        </a:spcAft>
                      </a:pPr>
                      <a:r>
                        <a:rPr lang="ro-RO" sz="1100" b="1">
                          <a:latin typeface="Times New Roman"/>
                          <a:ea typeface="Calibri"/>
                          <a:cs typeface="Times New Roman"/>
                        </a:rPr>
                        <a:t>Sinn Fein</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17453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0,06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0,8</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+0,7</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82939">
                <a:tc>
                  <a:txBody>
                    <a:bodyPr/>
                    <a:lstStyle/>
                    <a:p>
                      <a:pPr>
                        <a:lnSpc>
                          <a:spcPct val="150000"/>
                        </a:lnSpc>
                        <a:spcAft>
                          <a:spcPts val="0"/>
                        </a:spcAft>
                      </a:pPr>
                      <a:r>
                        <a:rPr lang="ro-RO" sz="1100" b="1">
                          <a:latin typeface="Times New Roman"/>
                          <a:ea typeface="Calibri"/>
                          <a:cs typeface="Times New Roman"/>
                        </a:rPr>
                        <a:t>Plaid Cymru</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174838</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-0,2</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2939">
                <a:tc>
                  <a:txBody>
                    <a:bodyPr/>
                    <a:lstStyle/>
                    <a:p>
                      <a:pPr>
                        <a:lnSpc>
                          <a:spcPct val="150000"/>
                        </a:lnSpc>
                        <a:spcAft>
                          <a:spcPts val="0"/>
                        </a:spcAft>
                      </a:pPr>
                      <a:r>
                        <a:rPr lang="ro-RO" sz="1100" b="1" dirty="0">
                          <a:latin typeface="Times New Roman"/>
                          <a:ea typeface="Calibri"/>
                          <a:cs typeface="Times New Roman"/>
                        </a:rPr>
                        <a:t>Partidul Social Democrat și Laburist (SDLP)</a:t>
                      </a:r>
                      <a:endParaRPr lang="ro-RO" sz="1100" dirty="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125626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2939">
                <a:tc>
                  <a:txBody>
                    <a:bodyPr/>
                    <a:lstStyle/>
                    <a:p>
                      <a:pPr>
                        <a:lnSpc>
                          <a:spcPct val="150000"/>
                        </a:lnSpc>
                        <a:spcAft>
                          <a:spcPts val="0"/>
                        </a:spcAft>
                      </a:pPr>
                      <a:r>
                        <a:rPr lang="ro-RO" sz="1100" b="1">
                          <a:latin typeface="Times New Roman"/>
                          <a:ea typeface="Calibri"/>
                          <a:cs typeface="Times New Roman"/>
                        </a:rPr>
                        <a:t>Partidul Unionist din Ulster (UUP)</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127314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2939">
                <a:tc>
                  <a:txBody>
                    <a:bodyPr/>
                    <a:lstStyle/>
                    <a:p>
                      <a:pPr>
                        <a:lnSpc>
                          <a:spcPct val="150000"/>
                        </a:lnSpc>
                        <a:spcAft>
                          <a:spcPts val="0"/>
                        </a:spcAft>
                      </a:pPr>
                      <a:r>
                        <a:rPr lang="ro-RO" sz="1100" b="1">
                          <a:latin typeface="Times New Roman"/>
                          <a:ea typeface="Calibri"/>
                          <a:cs typeface="Times New Roman"/>
                        </a:rPr>
                        <a:t>Respect-Unity </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68065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0,2</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2939">
                <a:tc>
                  <a:txBody>
                    <a:bodyPr/>
                    <a:lstStyle/>
                    <a:p>
                      <a:pPr>
                        <a:lnSpc>
                          <a:spcPct val="150000"/>
                        </a:lnSpc>
                        <a:spcAft>
                          <a:spcPts val="0"/>
                        </a:spcAft>
                      </a:pPr>
                      <a:r>
                        <a:rPr lang="ro-RO" sz="1100" b="1">
                          <a:latin typeface="Times New Roman"/>
                          <a:ea typeface="Calibri"/>
                          <a:cs typeface="Times New Roman"/>
                        </a:rPr>
                        <a:t>Independenţi</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18739</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0,07</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+0,03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82939">
                <a:tc>
                  <a:txBody>
                    <a:bodyPr/>
                    <a:lstStyle/>
                    <a:p>
                      <a:pPr>
                        <a:lnSpc>
                          <a:spcPct val="150000"/>
                        </a:lnSpc>
                        <a:spcAft>
                          <a:spcPts val="0"/>
                        </a:spcAft>
                      </a:pPr>
                      <a:r>
                        <a:rPr lang="ro-RO" sz="1100" b="1">
                          <a:latin typeface="Times New Roman"/>
                          <a:ea typeface="Calibri"/>
                          <a:cs typeface="Times New Roman"/>
                        </a:rPr>
                        <a:t>Alţii</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1478266</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5,5</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-5,4</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82939">
                <a:tc>
                  <a:txBody>
                    <a:bodyPr/>
                    <a:lstStyle/>
                    <a:p>
                      <a:pPr algn="r">
                        <a:lnSpc>
                          <a:spcPct val="150000"/>
                        </a:lnSpc>
                        <a:spcAft>
                          <a:spcPts val="0"/>
                        </a:spcAft>
                      </a:pPr>
                      <a:r>
                        <a:rPr lang="ro-RO" sz="1100" b="1">
                          <a:latin typeface="Times New Roman"/>
                          <a:ea typeface="Calibri"/>
                          <a:cs typeface="Times New Roman"/>
                        </a:rPr>
                        <a:t>Total</a:t>
                      </a:r>
                      <a:endParaRPr lang="ro-RO" sz="1100">
                        <a:latin typeface="Times New Roman"/>
                        <a:ea typeface="Calibri"/>
                        <a:cs typeface="Times New Roman"/>
                      </a:endParaRP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26975250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100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650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100</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42,13</a:t>
                      </a:r>
                    </a:p>
                  </a:txBody>
                  <a:tcPr marL="64735" marR="647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A9DDDBAF-B78F-4BA6-93DD-8522B9A63752}"/>
              </a:ext>
            </a:extLst>
          </p:cNvPr>
          <p:cNvSpPr>
            <a:spLocks noChangeArrowheads="1"/>
          </p:cNvSpPr>
          <p:nvPr/>
        </p:nvSpPr>
        <p:spPr bwMode="auto">
          <a:xfrm>
            <a:off x="2135188" y="260350"/>
            <a:ext cx="8208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ro-RO" altLang="ro-RO" sz="2400" b="1">
                <a:solidFill>
                  <a:srgbClr val="000000"/>
                </a:solidFill>
              </a:rPr>
              <a:t>Alegerile parlamentare  din mai 2010 în Marea Britanie</a:t>
            </a:r>
            <a:endParaRPr lang="ro-RO" altLang="ro-RO" sz="2400"/>
          </a:p>
        </p:txBody>
      </p:sp>
      <p:sp>
        <p:nvSpPr>
          <p:cNvPr id="18435" name="Rectangle 38">
            <a:extLst>
              <a:ext uri="{FF2B5EF4-FFF2-40B4-BE49-F238E27FC236}">
                <a16:creationId xmlns:a16="http://schemas.microsoft.com/office/drawing/2014/main" id="{D70EC829-A6D0-4444-AFD7-746E13B06583}"/>
              </a:ext>
            </a:extLst>
          </p:cNvPr>
          <p:cNvSpPr>
            <a:spLocks noChangeArrowheads="1"/>
          </p:cNvSpPr>
          <p:nvPr/>
        </p:nvSpPr>
        <p:spPr bwMode="auto">
          <a:xfrm>
            <a:off x="1524000" y="3810000"/>
            <a:ext cx="904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ro-RO" altLang="ro-RO" sz="1400" b="1">
                <a:solidFill>
                  <a:srgbClr val="000000"/>
                </a:solidFill>
              </a:rPr>
              <a:t>  </a:t>
            </a:r>
          </a:p>
        </p:txBody>
      </p:sp>
      <p:sp>
        <p:nvSpPr>
          <p:cNvPr id="18436" name="Rectangle 48">
            <a:extLst>
              <a:ext uri="{FF2B5EF4-FFF2-40B4-BE49-F238E27FC236}">
                <a16:creationId xmlns:a16="http://schemas.microsoft.com/office/drawing/2014/main" id="{87B0309C-AF1F-4671-A2B7-F4C5991E60BD}"/>
              </a:ext>
            </a:extLst>
          </p:cNvPr>
          <p:cNvSpPr>
            <a:spLocks noChangeArrowheads="1"/>
          </p:cNvSpPr>
          <p:nvPr/>
        </p:nvSpPr>
        <p:spPr bwMode="auto">
          <a:xfrm>
            <a:off x="1585914" y="4648201"/>
            <a:ext cx="23764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ro-RO" altLang="ro-RO" sz="1800" b="1">
                <a:solidFill>
                  <a:srgbClr val="000000"/>
                </a:solidFill>
              </a:rPr>
              <a:t> </a:t>
            </a:r>
            <a:endParaRPr lang="ro-RO" altLang="ro-RO" sz="1400"/>
          </a:p>
        </p:txBody>
      </p:sp>
      <p:sp>
        <p:nvSpPr>
          <p:cNvPr id="18437" name="Rectangle 68">
            <a:extLst>
              <a:ext uri="{FF2B5EF4-FFF2-40B4-BE49-F238E27FC236}">
                <a16:creationId xmlns:a16="http://schemas.microsoft.com/office/drawing/2014/main" id="{32B5D64A-42E2-4073-AE64-BA5FE5E7C03D}"/>
              </a:ext>
            </a:extLst>
          </p:cNvPr>
          <p:cNvSpPr>
            <a:spLocks noChangeArrowheads="1"/>
          </p:cNvSpPr>
          <p:nvPr/>
        </p:nvSpPr>
        <p:spPr bwMode="auto">
          <a:xfrm>
            <a:off x="1527176" y="438150"/>
            <a:ext cx="11113"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38" name="Rectangle 69">
            <a:extLst>
              <a:ext uri="{FF2B5EF4-FFF2-40B4-BE49-F238E27FC236}">
                <a16:creationId xmlns:a16="http://schemas.microsoft.com/office/drawing/2014/main" id="{FC7F74AE-8E3B-43EC-9DBB-ED57D60573B6}"/>
              </a:ext>
            </a:extLst>
          </p:cNvPr>
          <p:cNvSpPr>
            <a:spLocks noChangeArrowheads="1"/>
          </p:cNvSpPr>
          <p:nvPr/>
        </p:nvSpPr>
        <p:spPr bwMode="auto">
          <a:xfrm>
            <a:off x="38306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39" name="Rectangle 70">
            <a:extLst>
              <a:ext uri="{FF2B5EF4-FFF2-40B4-BE49-F238E27FC236}">
                <a16:creationId xmlns:a16="http://schemas.microsoft.com/office/drawing/2014/main" id="{C979B0B1-8738-431D-99BE-D1087C671BEA}"/>
              </a:ext>
            </a:extLst>
          </p:cNvPr>
          <p:cNvSpPr>
            <a:spLocks noChangeArrowheads="1"/>
          </p:cNvSpPr>
          <p:nvPr/>
        </p:nvSpPr>
        <p:spPr bwMode="auto">
          <a:xfrm>
            <a:off x="54435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40" name="Rectangle 71">
            <a:extLst>
              <a:ext uri="{FF2B5EF4-FFF2-40B4-BE49-F238E27FC236}">
                <a16:creationId xmlns:a16="http://schemas.microsoft.com/office/drawing/2014/main" id="{388D2972-F33B-4BB0-89D3-D734BA0AD5E9}"/>
              </a:ext>
            </a:extLst>
          </p:cNvPr>
          <p:cNvSpPr>
            <a:spLocks noChangeArrowheads="1"/>
          </p:cNvSpPr>
          <p:nvPr/>
        </p:nvSpPr>
        <p:spPr bwMode="auto">
          <a:xfrm>
            <a:off x="706913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41" name="Rectangle 72">
            <a:extLst>
              <a:ext uri="{FF2B5EF4-FFF2-40B4-BE49-F238E27FC236}">
                <a16:creationId xmlns:a16="http://schemas.microsoft.com/office/drawing/2014/main" id="{DDCEBB9D-D78B-4AAF-AA2A-7722A46FBD56}"/>
              </a:ext>
            </a:extLst>
          </p:cNvPr>
          <p:cNvSpPr>
            <a:spLocks noChangeArrowheads="1"/>
          </p:cNvSpPr>
          <p:nvPr/>
        </p:nvSpPr>
        <p:spPr bwMode="auto">
          <a:xfrm>
            <a:off x="8074026" y="438150"/>
            <a:ext cx="11113"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42" name="Rectangle 74">
            <a:extLst>
              <a:ext uri="{FF2B5EF4-FFF2-40B4-BE49-F238E27FC236}">
                <a16:creationId xmlns:a16="http://schemas.microsoft.com/office/drawing/2014/main" id="{1B5B33A4-547E-40DB-97DF-C9B4500ACF3C}"/>
              </a:ext>
            </a:extLst>
          </p:cNvPr>
          <p:cNvSpPr>
            <a:spLocks noChangeArrowheads="1"/>
          </p:cNvSpPr>
          <p:nvPr/>
        </p:nvSpPr>
        <p:spPr bwMode="auto">
          <a:xfrm>
            <a:off x="10085388" y="438150"/>
            <a:ext cx="11112" cy="15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43" name="Line 104">
            <a:extLst>
              <a:ext uri="{FF2B5EF4-FFF2-40B4-BE49-F238E27FC236}">
                <a16:creationId xmlns:a16="http://schemas.microsoft.com/office/drawing/2014/main" id="{FE63D87D-0E86-46B4-8597-9F09F0947F52}"/>
              </a:ext>
            </a:extLst>
          </p:cNvPr>
          <p:cNvSpPr>
            <a:spLocks noChangeShapeType="1"/>
          </p:cNvSpPr>
          <p:nvPr/>
        </p:nvSpPr>
        <p:spPr bwMode="auto">
          <a:xfrm>
            <a:off x="1527175" y="6529389"/>
            <a:ext cx="158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18444" name="Rectangle 105">
            <a:extLst>
              <a:ext uri="{FF2B5EF4-FFF2-40B4-BE49-F238E27FC236}">
                <a16:creationId xmlns:a16="http://schemas.microsoft.com/office/drawing/2014/main" id="{6B50CB18-A474-4686-B530-4D1076CECC40}"/>
              </a:ext>
            </a:extLst>
          </p:cNvPr>
          <p:cNvSpPr>
            <a:spLocks noChangeArrowheads="1"/>
          </p:cNvSpPr>
          <p:nvPr/>
        </p:nvSpPr>
        <p:spPr bwMode="auto">
          <a:xfrm>
            <a:off x="1527176" y="6529388"/>
            <a:ext cx="11113" cy="111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sp>
        <p:nvSpPr>
          <p:cNvPr id="18445" name="Line 116">
            <a:extLst>
              <a:ext uri="{FF2B5EF4-FFF2-40B4-BE49-F238E27FC236}">
                <a16:creationId xmlns:a16="http://schemas.microsoft.com/office/drawing/2014/main" id="{C9047E2E-2641-4AF6-A611-14115B9B01F2}"/>
              </a:ext>
            </a:extLst>
          </p:cNvPr>
          <p:cNvSpPr>
            <a:spLocks noChangeShapeType="1"/>
          </p:cNvSpPr>
          <p:nvPr/>
        </p:nvSpPr>
        <p:spPr bwMode="auto">
          <a:xfrm>
            <a:off x="10059989" y="438150"/>
            <a:ext cx="1587"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18446" name="Rectangle 117">
            <a:extLst>
              <a:ext uri="{FF2B5EF4-FFF2-40B4-BE49-F238E27FC236}">
                <a16:creationId xmlns:a16="http://schemas.microsoft.com/office/drawing/2014/main" id="{1AA35208-0A22-4B9E-BA59-E96B59066A49}"/>
              </a:ext>
            </a:extLst>
          </p:cNvPr>
          <p:cNvSpPr>
            <a:spLocks noChangeArrowheads="1"/>
          </p:cNvSpPr>
          <p:nvPr/>
        </p:nvSpPr>
        <p:spPr bwMode="auto">
          <a:xfrm>
            <a:off x="10096501" y="438151"/>
            <a:ext cx="11113" cy="1111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ro-RO" altLang="ro-RO" sz="2400"/>
          </a:p>
        </p:txBody>
      </p:sp>
      <p:graphicFrame>
        <p:nvGraphicFramePr>
          <p:cNvPr id="142" name="Tableau 141">
            <a:extLst>
              <a:ext uri="{FF2B5EF4-FFF2-40B4-BE49-F238E27FC236}">
                <a16:creationId xmlns:a16="http://schemas.microsoft.com/office/drawing/2014/main" id="{789505C4-67E7-497D-A909-26EA2CCDF400}"/>
              </a:ext>
            </a:extLst>
          </p:cNvPr>
          <p:cNvGraphicFramePr>
            <a:graphicFrameLocks noGrp="1"/>
          </p:cNvGraphicFramePr>
          <p:nvPr/>
        </p:nvGraphicFramePr>
        <p:xfrm>
          <a:off x="1774825" y="908050"/>
          <a:ext cx="8496300" cy="5113338"/>
        </p:xfrm>
        <a:graphic>
          <a:graphicData uri="http://schemas.openxmlformats.org/drawingml/2006/table">
            <a:tbl>
              <a:tblPr/>
              <a:tblGrid>
                <a:gridCol w="4115775">
                  <a:extLst>
                    <a:ext uri="{9D8B030D-6E8A-4147-A177-3AD203B41FA5}">
                      <a16:colId xmlns:a16="http://schemas.microsoft.com/office/drawing/2014/main" val="20000"/>
                    </a:ext>
                  </a:extLst>
                </a:gridCol>
                <a:gridCol w="1183452">
                  <a:extLst>
                    <a:ext uri="{9D8B030D-6E8A-4147-A177-3AD203B41FA5}">
                      <a16:colId xmlns:a16="http://schemas.microsoft.com/office/drawing/2014/main" val="20001"/>
                    </a:ext>
                  </a:extLst>
                </a:gridCol>
                <a:gridCol w="592143">
                  <a:extLst>
                    <a:ext uri="{9D8B030D-6E8A-4147-A177-3AD203B41FA5}">
                      <a16:colId xmlns:a16="http://schemas.microsoft.com/office/drawing/2014/main" val="20002"/>
                    </a:ext>
                  </a:extLst>
                </a:gridCol>
                <a:gridCol w="828499">
                  <a:extLst>
                    <a:ext uri="{9D8B030D-6E8A-4147-A177-3AD203B41FA5}">
                      <a16:colId xmlns:a16="http://schemas.microsoft.com/office/drawing/2014/main" val="20003"/>
                    </a:ext>
                  </a:extLst>
                </a:gridCol>
                <a:gridCol w="592143">
                  <a:extLst>
                    <a:ext uri="{9D8B030D-6E8A-4147-A177-3AD203B41FA5}">
                      <a16:colId xmlns:a16="http://schemas.microsoft.com/office/drawing/2014/main" val="20004"/>
                    </a:ext>
                  </a:extLst>
                </a:gridCol>
                <a:gridCol w="1184287">
                  <a:extLst>
                    <a:ext uri="{9D8B030D-6E8A-4147-A177-3AD203B41FA5}">
                      <a16:colId xmlns:a16="http://schemas.microsoft.com/office/drawing/2014/main" val="20005"/>
                    </a:ext>
                  </a:extLst>
                </a:gridCol>
              </a:tblGrid>
              <a:tr h="393333">
                <a:tc>
                  <a:txBody>
                    <a:bodyPr/>
                    <a:lstStyle/>
                    <a:p>
                      <a:pPr>
                        <a:lnSpc>
                          <a:spcPct val="150000"/>
                        </a:lnSpc>
                        <a:spcAft>
                          <a:spcPts val="0"/>
                        </a:spcAft>
                      </a:pPr>
                      <a:r>
                        <a:rPr lang="ro-RO" sz="1000" b="1" dirty="0">
                          <a:latin typeface="Times New Roman"/>
                          <a:ea typeface="Calibri"/>
                          <a:cs typeface="Times New Roman"/>
                        </a:rPr>
                        <a:t>Partide sau alianţe0</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Voturi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Locuri</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Diferenţă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091">
                <a:tc>
                  <a:txBody>
                    <a:bodyPr/>
                    <a:lstStyle/>
                    <a:p>
                      <a:pPr>
                        <a:lnSpc>
                          <a:spcPct val="150000"/>
                        </a:lnSpc>
                        <a:spcAft>
                          <a:spcPts val="0"/>
                        </a:spcAft>
                      </a:pPr>
                      <a:r>
                        <a:rPr lang="ro-RO" sz="1100" b="1">
                          <a:latin typeface="Times New Roman"/>
                          <a:ea typeface="Calibri"/>
                          <a:cs typeface="Times New Roman"/>
                        </a:rPr>
                        <a:t>Partidul Conservator</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a:latin typeface="Times New Roman"/>
                          <a:ea typeface="Calibri"/>
                          <a:cs typeface="Times New Roman"/>
                        </a:rPr>
                        <a:t>10726614</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36,1</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a:latin typeface="Times New Roman"/>
                          <a:ea typeface="Calibri"/>
                          <a:cs typeface="Times New Roman"/>
                        </a:rPr>
                        <a:t>307</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a:solidFill>
                            <a:srgbClr val="FF0000"/>
                          </a:solidFill>
                          <a:latin typeface="Times New Roman"/>
                          <a:ea typeface="Calibri"/>
                          <a:cs typeface="Times New Roman"/>
                        </a:rPr>
                        <a:t>47,4</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solidFill>
                            <a:srgbClr val="FF0000"/>
                          </a:solidFill>
                          <a:latin typeface="Times New Roman"/>
                          <a:ea typeface="Calibri"/>
                          <a:cs typeface="Times New Roman"/>
                        </a:rPr>
                        <a:t>+11,3</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9091">
                <a:tc>
                  <a:txBody>
                    <a:bodyPr/>
                    <a:lstStyle/>
                    <a:p>
                      <a:pPr>
                        <a:lnSpc>
                          <a:spcPct val="150000"/>
                        </a:lnSpc>
                        <a:spcAft>
                          <a:spcPts val="0"/>
                        </a:spcAft>
                      </a:pPr>
                      <a:r>
                        <a:rPr lang="ro-RO" sz="1100" b="1">
                          <a:latin typeface="Times New Roman"/>
                          <a:ea typeface="Calibri"/>
                          <a:cs typeface="Times New Roman"/>
                        </a:rPr>
                        <a:t>Partidul Laburist   </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8609527</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29,0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258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39,5</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+10,5</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091">
                <a:tc>
                  <a:txBody>
                    <a:bodyPr/>
                    <a:lstStyle/>
                    <a:p>
                      <a:pPr>
                        <a:lnSpc>
                          <a:spcPct val="150000"/>
                        </a:lnSpc>
                        <a:spcAft>
                          <a:spcPts val="0"/>
                        </a:spcAft>
                      </a:pPr>
                      <a:r>
                        <a:rPr lang="ro-RO" sz="1100" b="1">
                          <a:latin typeface="Times New Roman"/>
                          <a:ea typeface="Calibri"/>
                          <a:cs typeface="Times New Roman"/>
                        </a:rPr>
                        <a:t>Partidul Liberal-Democrat</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6836824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23,0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 57</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9,1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-13,9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091">
                <a:tc>
                  <a:txBody>
                    <a:bodyPr/>
                    <a:lstStyle/>
                    <a:p>
                      <a:pPr>
                        <a:lnSpc>
                          <a:spcPct val="150000"/>
                        </a:lnSpc>
                        <a:spcAft>
                          <a:spcPts val="0"/>
                        </a:spcAft>
                      </a:pPr>
                      <a:r>
                        <a:rPr lang="ro-RO" sz="1100" b="1">
                          <a:latin typeface="Times New Roman"/>
                          <a:ea typeface="Calibri"/>
                          <a:cs typeface="Times New Roman"/>
                        </a:rPr>
                        <a:t>Partidul Unionist Democratic (DUP)</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168216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091">
                <a:tc>
                  <a:txBody>
                    <a:bodyPr/>
                    <a:lstStyle/>
                    <a:p>
                      <a:pPr>
                        <a:lnSpc>
                          <a:spcPct val="150000"/>
                        </a:lnSpc>
                        <a:spcAft>
                          <a:spcPts val="0"/>
                        </a:spcAft>
                      </a:pPr>
                      <a:r>
                        <a:rPr lang="ro-RO" sz="1100" b="1" dirty="0">
                          <a:latin typeface="Times New Roman"/>
                          <a:ea typeface="Calibri"/>
                          <a:cs typeface="Times New Roman"/>
                        </a:rPr>
                        <a:t>Partidul Naţional Scoţian (SNP)</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491386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1,7</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091">
                <a:tc>
                  <a:txBody>
                    <a:bodyPr/>
                    <a:lstStyle/>
                    <a:p>
                      <a:pPr>
                        <a:lnSpc>
                          <a:spcPct val="150000"/>
                        </a:lnSpc>
                        <a:spcAft>
                          <a:spcPts val="0"/>
                        </a:spcAft>
                      </a:pPr>
                      <a:r>
                        <a:rPr lang="ro-RO" sz="1100" b="1">
                          <a:latin typeface="Times New Roman"/>
                          <a:ea typeface="Calibri"/>
                          <a:cs typeface="Times New Roman"/>
                        </a:rPr>
                        <a:t>Sinn Fein</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171942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5</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29091">
                <a:tc>
                  <a:txBody>
                    <a:bodyPr/>
                    <a:lstStyle/>
                    <a:p>
                      <a:pPr>
                        <a:lnSpc>
                          <a:spcPct val="150000"/>
                        </a:lnSpc>
                        <a:spcAft>
                          <a:spcPts val="0"/>
                        </a:spcAft>
                      </a:pPr>
                      <a:r>
                        <a:rPr lang="ro-RO" sz="1100" b="1">
                          <a:latin typeface="Times New Roman"/>
                          <a:ea typeface="Calibri"/>
                          <a:cs typeface="Times New Roman"/>
                        </a:rPr>
                        <a:t>Plaid Cymru</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165394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29091">
                <a:tc>
                  <a:txBody>
                    <a:bodyPr/>
                    <a:lstStyle/>
                    <a:p>
                      <a:pPr>
                        <a:lnSpc>
                          <a:spcPct val="150000"/>
                        </a:lnSpc>
                        <a:spcAft>
                          <a:spcPts val="0"/>
                        </a:spcAft>
                      </a:pPr>
                      <a:r>
                        <a:rPr lang="ro-RO" sz="1100" b="1" dirty="0">
                          <a:latin typeface="Times New Roman"/>
                          <a:ea typeface="Calibri"/>
                          <a:cs typeface="Times New Roman"/>
                        </a:rPr>
                        <a:t>Partidul Social Democrat și Laburist (SDLP)</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110970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29091">
                <a:tc>
                  <a:txBody>
                    <a:bodyPr/>
                    <a:lstStyle/>
                    <a:p>
                      <a:pPr>
                        <a:lnSpc>
                          <a:spcPct val="150000"/>
                        </a:lnSpc>
                        <a:spcAft>
                          <a:spcPts val="0"/>
                        </a:spcAft>
                      </a:pPr>
                      <a:r>
                        <a:rPr lang="ro-RO" sz="1100" b="1">
                          <a:latin typeface="Times New Roman"/>
                          <a:ea typeface="Calibri"/>
                          <a:cs typeface="Times New Roman"/>
                        </a:rPr>
                        <a:t>Partidul Verde</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285616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29091">
                <a:tc>
                  <a:txBody>
                    <a:bodyPr/>
                    <a:lstStyle/>
                    <a:p>
                      <a:pPr>
                        <a:lnSpc>
                          <a:spcPct val="150000"/>
                        </a:lnSpc>
                        <a:spcAft>
                          <a:spcPts val="0"/>
                        </a:spcAft>
                      </a:pPr>
                      <a:r>
                        <a:rPr lang="ro-RO" sz="1100" b="1">
                          <a:latin typeface="Times New Roman"/>
                          <a:ea typeface="Calibri"/>
                          <a:cs typeface="Times New Roman"/>
                        </a:rPr>
                        <a:t>Alţii</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2124891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7,0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-6,8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429091">
                <a:tc>
                  <a:txBody>
                    <a:bodyPr/>
                    <a:lstStyle/>
                    <a:p>
                      <a:pPr algn="r">
                        <a:lnSpc>
                          <a:spcPct val="150000"/>
                        </a:lnSpc>
                        <a:spcAft>
                          <a:spcPts val="0"/>
                        </a:spcAft>
                      </a:pPr>
                      <a:r>
                        <a:rPr lang="ro-RO" sz="1100" b="1" dirty="0">
                          <a:latin typeface="Times New Roman"/>
                          <a:ea typeface="Calibri"/>
                          <a:cs typeface="Times New Roman"/>
                        </a:rPr>
                        <a:t>Total</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29691380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100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650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100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45,2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8540" name="Rectangle 142">
            <a:extLst>
              <a:ext uri="{FF2B5EF4-FFF2-40B4-BE49-F238E27FC236}">
                <a16:creationId xmlns:a16="http://schemas.microsoft.com/office/drawing/2014/main" id="{75036C26-821D-4130-80D3-D1DC8F5AEF48}"/>
              </a:ext>
            </a:extLst>
          </p:cNvPr>
          <p:cNvSpPr>
            <a:spLocks noChangeArrowheads="1"/>
          </p:cNvSpPr>
          <p:nvPr/>
        </p:nvSpPr>
        <p:spPr bwMode="auto">
          <a:xfrm>
            <a:off x="1416051" y="1866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ro-RO" altLang="ro-RO"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re 1">
            <a:extLst>
              <a:ext uri="{FF2B5EF4-FFF2-40B4-BE49-F238E27FC236}">
                <a16:creationId xmlns:a16="http://schemas.microsoft.com/office/drawing/2014/main" id="{51E9D06B-F12D-475B-8D65-6BB352879BAA}"/>
              </a:ext>
            </a:extLst>
          </p:cNvPr>
          <p:cNvSpPr>
            <a:spLocks noGrp="1" noChangeArrowheads="1"/>
          </p:cNvSpPr>
          <p:nvPr>
            <p:ph type="title"/>
          </p:nvPr>
        </p:nvSpPr>
        <p:spPr>
          <a:xfrm>
            <a:off x="2135188" y="260351"/>
            <a:ext cx="7772400" cy="576263"/>
          </a:xfrm>
        </p:spPr>
        <p:txBody>
          <a:bodyPr>
            <a:normAutofit fontScale="90000"/>
          </a:bodyPr>
          <a:lstStyle/>
          <a:p>
            <a:br>
              <a:rPr lang="ro-RO" altLang="ro-RO" sz="2400" b="1">
                <a:solidFill>
                  <a:srgbClr val="000000"/>
                </a:solidFill>
              </a:rPr>
            </a:br>
            <a:r>
              <a:rPr lang="ro-RO" altLang="ro-RO" sz="2400" b="1">
                <a:solidFill>
                  <a:srgbClr val="000000"/>
                </a:solidFill>
              </a:rPr>
              <a:t>Alegerile parlamentare  din mai 2015 în Marea Britanie</a:t>
            </a:r>
            <a:br>
              <a:rPr lang="ro-RO" altLang="ro-RO"/>
            </a:br>
            <a:endParaRPr lang="ro-RO" altLang="ro-RO"/>
          </a:p>
        </p:txBody>
      </p:sp>
      <p:graphicFrame>
        <p:nvGraphicFramePr>
          <p:cNvPr id="5" name="Tableau 4">
            <a:extLst>
              <a:ext uri="{FF2B5EF4-FFF2-40B4-BE49-F238E27FC236}">
                <a16:creationId xmlns:a16="http://schemas.microsoft.com/office/drawing/2014/main" id="{C019D216-738F-4083-B91E-E8FF10381835}"/>
              </a:ext>
            </a:extLst>
          </p:cNvPr>
          <p:cNvGraphicFramePr>
            <a:graphicFrameLocks noGrp="1"/>
          </p:cNvGraphicFramePr>
          <p:nvPr/>
        </p:nvGraphicFramePr>
        <p:xfrm>
          <a:off x="1774825" y="1123950"/>
          <a:ext cx="8496300" cy="5378450"/>
        </p:xfrm>
        <a:graphic>
          <a:graphicData uri="http://schemas.openxmlformats.org/drawingml/2006/table">
            <a:tbl>
              <a:tblPr/>
              <a:tblGrid>
                <a:gridCol w="4115775">
                  <a:extLst>
                    <a:ext uri="{9D8B030D-6E8A-4147-A177-3AD203B41FA5}">
                      <a16:colId xmlns:a16="http://schemas.microsoft.com/office/drawing/2014/main" val="20000"/>
                    </a:ext>
                  </a:extLst>
                </a:gridCol>
                <a:gridCol w="1183452">
                  <a:extLst>
                    <a:ext uri="{9D8B030D-6E8A-4147-A177-3AD203B41FA5}">
                      <a16:colId xmlns:a16="http://schemas.microsoft.com/office/drawing/2014/main" val="20001"/>
                    </a:ext>
                  </a:extLst>
                </a:gridCol>
                <a:gridCol w="592143">
                  <a:extLst>
                    <a:ext uri="{9D8B030D-6E8A-4147-A177-3AD203B41FA5}">
                      <a16:colId xmlns:a16="http://schemas.microsoft.com/office/drawing/2014/main" val="20002"/>
                    </a:ext>
                  </a:extLst>
                </a:gridCol>
                <a:gridCol w="828499">
                  <a:extLst>
                    <a:ext uri="{9D8B030D-6E8A-4147-A177-3AD203B41FA5}">
                      <a16:colId xmlns:a16="http://schemas.microsoft.com/office/drawing/2014/main" val="20003"/>
                    </a:ext>
                  </a:extLst>
                </a:gridCol>
                <a:gridCol w="592143">
                  <a:extLst>
                    <a:ext uri="{9D8B030D-6E8A-4147-A177-3AD203B41FA5}">
                      <a16:colId xmlns:a16="http://schemas.microsoft.com/office/drawing/2014/main" val="20004"/>
                    </a:ext>
                  </a:extLst>
                </a:gridCol>
                <a:gridCol w="1184287">
                  <a:extLst>
                    <a:ext uri="{9D8B030D-6E8A-4147-A177-3AD203B41FA5}">
                      <a16:colId xmlns:a16="http://schemas.microsoft.com/office/drawing/2014/main" val="20005"/>
                    </a:ext>
                  </a:extLst>
                </a:gridCol>
              </a:tblGrid>
              <a:tr h="228665">
                <a:tc>
                  <a:txBody>
                    <a:bodyPr/>
                    <a:lstStyle/>
                    <a:p>
                      <a:pPr>
                        <a:lnSpc>
                          <a:spcPct val="150000"/>
                        </a:lnSpc>
                        <a:spcAft>
                          <a:spcPts val="0"/>
                        </a:spcAft>
                      </a:pPr>
                      <a:r>
                        <a:rPr lang="ro-RO" sz="1000" b="1" dirty="0">
                          <a:latin typeface="Times New Roman"/>
                          <a:ea typeface="Calibri"/>
                          <a:cs typeface="Times New Roman"/>
                        </a:rPr>
                        <a:t>Partide sau alianţe</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Voturi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Locuri</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000" b="1" dirty="0">
                          <a:latin typeface="Times New Roman"/>
                          <a:ea typeface="Calibri"/>
                          <a:cs typeface="Times New Roman"/>
                        </a:rPr>
                        <a:t>Diferenţă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149">
                <a:tc>
                  <a:txBody>
                    <a:bodyPr/>
                    <a:lstStyle/>
                    <a:p>
                      <a:pPr>
                        <a:lnSpc>
                          <a:spcPct val="150000"/>
                        </a:lnSpc>
                        <a:spcAft>
                          <a:spcPts val="0"/>
                        </a:spcAft>
                      </a:pPr>
                      <a:r>
                        <a:rPr lang="ro-RO" sz="1100" b="1">
                          <a:latin typeface="Times New Roman"/>
                          <a:ea typeface="Calibri"/>
                          <a:cs typeface="Times New Roman"/>
                        </a:rPr>
                        <a:t>Partidul Conservator</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11334920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36,9</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latin typeface="Times New Roman"/>
                          <a:ea typeface="Calibri"/>
                          <a:cs typeface="Times New Roman"/>
                        </a:rPr>
                        <a:t>331</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solidFill>
                            <a:srgbClr val="FF0000"/>
                          </a:solidFill>
                          <a:latin typeface="Times New Roman"/>
                          <a:ea typeface="Calibri"/>
                          <a:cs typeface="Times New Roman"/>
                        </a:rPr>
                        <a:t>50,5</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b="1" dirty="0">
                          <a:solidFill>
                            <a:srgbClr val="FF0000"/>
                          </a:solidFill>
                          <a:latin typeface="Times New Roman"/>
                          <a:ea typeface="Calibri"/>
                          <a:cs typeface="Times New Roman"/>
                        </a:rPr>
                        <a:t>+13,6</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9149">
                <a:tc>
                  <a:txBody>
                    <a:bodyPr/>
                    <a:lstStyle/>
                    <a:p>
                      <a:pPr>
                        <a:lnSpc>
                          <a:spcPct val="150000"/>
                        </a:lnSpc>
                        <a:spcAft>
                          <a:spcPts val="0"/>
                        </a:spcAft>
                      </a:pPr>
                      <a:r>
                        <a:rPr lang="ro-RO" sz="1100" b="1">
                          <a:latin typeface="Times New Roman"/>
                          <a:ea typeface="Calibri"/>
                          <a:cs typeface="Times New Roman"/>
                        </a:rPr>
                        <a:t>Partidul Laburist   </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9344328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kern="1200" dirty="0">
                          <a:solidFill>
                            <a:schemeClr val="tx1"/>
                          </a:solidFill>
                          <a:latin typeface="+mn-lt"/>
                          <a:ea typeface="+mn-ea"/>
                          <a:cs typeface="+mn-cs"/>
                        </a:rPr>
                        <a:t>30,4</a:t>
                      </a:r>
                      <a:r>
                        <a:rPr lang="ro-RO" sz="1800" kern="1200" dirty="0">
                          <a:solidFill>
                            <a:schemeClr val="tx1"/>
                          </a:solidFill>
                          <a:latin typeface="+mn-lt"/>
                          <a:ea typeface="+mn-ea"/>
                          <a:cs typeface="+mn-cs"/>
                        </a:rPr>
                        <a:t>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232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39,5</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9,1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149">
                <a:tc>
                  <a:txBody>
                    <a:bodyPr/>
                    <a:lstStyle/>
                    <a:p>
                      <a:pPr>
                        <a:lnSpc>
                          <a:spcPct val="150000"/>
                        </a:lnSpc>
                        <a:spcAft>
                          <a:spcPts val="0"/>
                        </a:spcAft>
                      </a:pPr>
                      <a:r>
                        <a:rPr lang="ro-RO" sz="1100" b="1">
                          <a:latin typeface="Times New Roman"/>
                          <a:ea typeface="Calibri"/>
                          <a:cs typeface="Times New Roman"/>
                        </a:rPr>
                        <a:t>Partidul Liberal-Democrat</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2415888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8,0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 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1.2% </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6,2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149">
                <a:tc>
                  <a:txBody>
                    <a:bodyPr/>
                    <a:lstStyle/>
                    <a:p>
                      <a:pPr>
                        <a:lnSpc>
                          <a:spcPct val="150000"/>
                        </a:lnSpc>
                        <a:spcAft>
                          <a:spcPts val="0"/>
                        </a:spcAft>
                      </a:pPr>
                      <a:r>
                        <a:rPr lang="ro-RO" sz="1100" b="1">
                          <a:latin typeface="Times New Roman"/>
                          <a:ea typeface="Calibri"/>
                          <a:cs typeface="Times New Roman"/>
                        </a:rPr>
                        <a:t>Partidul Unionist Democratic (DUP)</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1842106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1.2%</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149">
                <a:tc>
                  <a:txBody>
                    <a:bodyPr/>
                    <a:lstStyle/>
                    <a:p>
                      <a:pPr>
                        <a:lnSpc>
                          <a:spcPct val="150000"/>
                        </a:lnSpc>
                        <a:spcAft>
                          <a:spcPts val="0"/>
                        </a:spcAft>
                      </a:pPr>
                      <a:r>
                        <a:rPr lang="ro-RO" sz="1100" b="1" dirty="0">
                          <a:latin typeface="Times New Roman"/>
                          <a:ea typeface="Calibri"/>
                          <a:cs typeface="Times New Roman"/>
                        </a:rPr>
                        <a:t>Partidul Naţional Scoţian (SNP)</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1454436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4,7</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56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8.6%</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149">
                <a:tc>
                  <a:txBody>
                    <a:bodyPr/>
                    <a:lstStyle/>
                    <a:p>
                      <a:pPr>
                        <a:lnSpc>
                          <a:spcPct val="150000"/>
                        </a:lnSpc>
                        <a:spcAft>
                          <a:spcPts val="0"/>
                        </a:spcAft>
                      </a:pPr>
                      <a:r>
                        <a:rPr lang="ro-RO" sz="1100" b="1">
                          <a:latin typeface="Times New Roman"/>
                          <a:ea typeface="Calibri"/>
                          <a:cs typeface="Times New Roman"/>
                        </a:rPr>
                        <a:t>Sinn Fein</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176232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0.6%</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29149">
                <a:tc>
                  <a:txBody>
                    <a:bodyPr/>
                    <a:lstStyle/>
                    <a:p>
                      <a:pPr>
                        <a:lnSpc>
                          <a:spcPct val="150000"/>
                        </a:lnSpc>
                        <a:spcAft>
                          <a:spcPts val="0"/>
                        </a:spcAft>
                      </a:pPr>
                      <a:r>
                        <a:rPr lang="ro-RO" sz="1100" b="1">
                          <a:latin typeface="Times New Roman"/>
                          <a:ea typeface="Calibri"/>
                          <a:cs typeface="Times New Roman"/>
                        </a:rPr>
                        <a:t>Plaid Cymru</a:t>
                      </a:r>
                      <a:endParaRPr lang="ro-RO" sz="110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181694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0,6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0.5%</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29149">
                <a:tc>
                  <a:txBody>
                    <a:bodyPr/>
                    <a:lstStyle/>
                    <a:p>
                      <a:pPr>
                        <a:lnSpc>
                          <a:spcPct val="150000"/>
                        </a:lnSpc>
                        <a:spcAft>
                          <a:spcPts val="0"/>
                        </a:spcAft>
                      </a:pPr>
                      <a:r>
                        <a:rPr lang="ro-RO" sz="1100" b="1" dirty="0">
                          <a:latin typeface="Times New Roman"/>
                          <a:ea typeface="Calibri"/>
                          <a:cs typeface="Times New Roman"/>
                        </a:rPr>
                        <a:t>Partidul Social Democrat și Laburist (SDLP)</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99809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t>0.5%</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29149">
                <a:tc>
                  <a:txBody>
                    <a:bodyPr/>
                    <a:lstStyle/>
                    <a:p>
                      <a:pPr>
                        <a:lnSpc>
                          <a:spcPct val="150000"/>
                        </a:lnSpc>
                        <a:spcAft>
                          <a:spcPts val="0"/>
                        </a:spcAft>
                      </a:pPr>
                      <a:r>
                        <a:rPr lang="ro-RO" sz="1100" b="1" kern="1200" dirty="0">
                          <a:solidFill>
                            <a:schemeClr val="tx1"/>
                          </a:solidFill>
                          <a:latin typeface="+mn-lt"/>
                          <a:ea typeface="+mn-ea"/>
                          <a:cs typeface="+mn-cs"/>
                        </a:rPr>
                        <a:t>Partidul pentru Independența Regatului Unit (UKIP)</a:t>
                      </a:r>
                      <a:endParaRPr lang="ro-RO" sz="1100" b="1"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3881129</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12,6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12,4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29149">
                <a:tc>
                  <a:txBody>
                    <a:bodyPr/>
                    <a:lstStyle/>
                    <a:p>
                      <a:pPr>
                        <a:lnSpc>
                          <a:spcPct val="150000"/>
                        </a:lnSpc>
                        <a:spcAft>
                          <a:spcPts val="0"/>
                        </a:spcAft>
                      </a:pPr>
                      <a:r>
                        <a:rPr lang="ro-RO" sz="1100" b="1" dirty="0">
                          <a:latin typeface="Times New Roman"/>
                          <a:ea typeface="Calibri"/>
                          <a:cs typeface="Times New Roman"/>
                        </a:rPr>
                        <a:t>Partidul Verde</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1157613</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a:latin typeface="Times New Roman"/>
                          <a:ea typeface="Calibri"/>
                          <a:cs typeface="Times New Roman"/>
                        </a:rPr>
                        <a:t>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3,6</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429149">
                <a:tc>
                  <a:txBody>
                    <a:bodyPr/>
                    <a:lstStyle/>
                    <a:p>
                      <a:pPr>
                        <a:lnSpc>
                          <a:spcPct val="150000"/>
                        </a:lnSpc>
                        <a:spcAft>
                          <a:spcPts val="0"/>
                        </a:spcAft>
                      </a:pPr>
                      <a:r>
                        <a:rPr lang="ro-RO" sz="1100" b="1">
                          <a:latin typeface="+mn-lt"/>
                          <a:ea typeface="Calibri"/>
                          <a:cs typeface="Times New Roman"/>
                        </a:rPr>
                        <a:t>Partidul Unionist din Ulster (</a:t>
                      </a:r>
                      <a:r>
                        <a:rPr lang="ro-RO" sz="1100" b="1" dirty="0">
                          <a:latin typeface="Times New Roman"/>
                          <a:ea typeface="Calibri"/>
                          <a:cs typeface="Times New Roman"/>
                        </a:rPr>
                        <a:t>UUP)</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114935</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100" dirty="0">
                          <a:latin typeface="Times New Roman"/>
                          <a:ea typeface="Calibri"/>
                          <a:cs typeface="Times New Roman"/>
                        </a:rPr>
                        <a:t>0,4</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200">
                          <a:latin typeface="+mn-lt"/>
                          <a:ea typeface="Calibri"/>
                          <a:cs typeface="Times New Roman"/>
                        </a:rPr>
                        <a:t>2</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200" dirty="0">
                          <a:latin typeface="+mn-lt"/>
                        </a:rPr>
                        <a:t>0.3%</a:t>
                      </a:r>
                      <a:endParaRPr lang="ro-RO" sz="1200" dirty="0">
                        <a:latin typeface="+mn-lt"/>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200" dirty="0">
                          <a:latin typeface="+mn-lt"/>
                          <a:ea typeface="Calibri"/>
                          <a:cs typeface="Times New Roman"/>
                        </a:rPr>
                        <a:t>0,1</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29149">
                <a:tc>
                  <a:txBody>
                    <a:bodyPr/>
                    <a:lstStyle/>
                    <a:p>
                      <a:pPr algn="r">
                        <a:lnSpc>
                          <a:spcPct val="150000"/>
                        </a:lnSpc>
                        <a:spcAft>
                          <a:spcPts val="0"/>
                        </a:spcAft>
                      </a:pPr>
                      <a:r>
                        <a:rPr lang="ro-RO" sz="1100" b="1" dirty="0">
                          <a:latin typeface="Times New Roman"/>
                          <a:ea typeface="Calibri"/>
                          <a:cs typeface="Times New Roman"/>
                        </a:rPr>
                        <a:t>Total</a:t>
                      </a:r>
                      <a:endParaRPr lang="ro-RO" sz="1100" dirty="0">
                        <a:latin typeface="Times New Roman"/>
                        <a:ea typeface="Calibri"/>
                        <a:cs typeface="Times New Roman"/>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ro-RO" sz="1800" dirty="0"/>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ro-RO" sz="1800"/>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ro-RO" sz="1200">
                        <a:latin typeface="+mn-lt"/>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ro-RO" sz="1200">
                        <a:latin typeface="+mn-lt"/>
                      </a:endParaRP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ro-RO" sz="1200" dirty="0">
                          <a:latin typeface="+mn-lt"/>
                        </a:rPr>
                        <a:t>49,8‬</a:t>
                      </a:r>
                    </a:p>
                  </a:txBody>
                  <a:tcPr marL="64731" marR="64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u 1">
            <a:extLst>
              <a:ext uri="{FF2B5EF4-FFF2-40B4-BE49-F238E27FC236}">
                <a16:creationId xmlns:a16="http://schemas.microsoft.com/office/drawing/2014/main" id="{D7A94416-DB4E-4266-8DC4-6B6410173491}"/>
              </a:ext>
            </a:extLst>
          </p:cNvPr>
          <p:cNvSpPr>
            <a:spLocks noGrp="1" noChangeArrowheads="1"/>
          </p:cNvSpPr>
          <p:nvPr>
            <p:ph type="title"/>
          </p:nvPr>
        </p:nvSpPr>
        <p:spPr>
          <a:xfrm>
            <a:off x="1992313" y="182563"/>
            <a:ext cx="7886700" cy="677862"/>
          </a:xfrm>
        </p:spPr>
        <p:txBody>
          <a:bodyPr/>
          <a:lstStyle/>
          <a:p>
            <a:r>
              <a:rPr lang="ro-RO" altLang="ro-RO" sz="2100" b="1"/>
              <a:t>Rezultatele alegerilor britanice din 8 iunie 2017</a:t>
            </a:r>
            <a:endParaRPr lang="ro-RO" altLang="ro-RO" sz="2100"/>
          </a:p>
        </p:txBody>
      </p:sp>
      <p:graphicFrame>
        <p:nvGraphicFramePr>
          <p:cNvPr id="6" name="Substituent conținut 5">
            <a:extLst>
              <a:ext uri="{FF2B5EF4-FFF2-40B4-BE49-F238E27FC236}">
                <a16:creationId xmlns:a16="http://schemas.microsoft.com/office/drawing/2014/main" id="{361E0F1F-2439-475A-9A7B-E37C4E6ED515}"/>
              </a:ext>
            </a:extLst>
          </p:cNvPr>
          <p:cNvGraphicFramePr>
            <a:graphicFrameLocks noGrp="1"/>
          </p:cNvGraphicFramePr>
          <p:nvPr>
            <p:ph idx="1"/>
          </p:nvPr>
        </p:nvGraphicFramePr>
        <p:xfrm>
          <a:off x="1736726" y="860426"/>
          <a:ext cx="8931275" cy="5472113"/>
        </p:xfrm>
        <a:graphic>
          <a:graphicData uri="http://schemas.openxmlformats.org/drawingml/2006/table">
            <a:tbl>
              <a:tblPr/>
              <a:tblGrid>
                <a:gridCol w="3608263">
                  <a:extLst>
                    <a:ext uri="{9D8B030D-6E8A-4147-A177-3AD203B41FA5}">
                      <a16:colId xmlns:a16="http://schemas.microsoft.com/office/drawing/2014/main" val="20000"/>
                    </a:ext>
                  </a:extLst>
                </a:gridCol>
                <a:gridCol w="1474107">
                  <a:extLst>
                    <a:ext uri="{9D8B030D-6E8A-4147-A177-3AD203B41FA5}">
                      <a16:colId xmlns:a16="http://schemas.microsoft.com/office/drawing/2014/main" val="20001"/>
                    </a:ext>
                  </a:extLst>
                </a:gridCol>
                <a:gridCol w="1458982">
                  <a:extLst>
                    <a:ext uri="{9D8B030D-6E8A-4147-A177-3AD203B41FA5}">
                      <a16:colId xmlns:a16="http://schemas.microsoft.com/office/drawing/2014/main" val="20002"/>
                    </a:ext>
                  </a:extLst>
                </a:gridCol>
                <a:gridCol w="1194962">
                  <a:extLst>
                    <a:ext uri="{9D8B030D-6E8A-4147-A177-3AD203B41FA5}">
                      <a16:colId xmlns:a16="http://schemas.microsoft.com/office/drawing/2014/main" val="20003"/>
                    </a:ext>
                  </a:extLst>
                </a:gridCol>
                <a:gridCol w="1194962">
                  <a:extLst>
                    <a:ext uri="{9D8B030D-6E8A-4147-A177-3AD203B41FA5}">
                      <a16:colId xmlns:a16="http://schemas.microsoft.com/office/drawing/2014/main" val="20004"/>
                    </a:ext>
                  </a:extLst>
                </a:gridCol>
              </a:tblGrid>
              <a:tr h="3524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dirty="0">
                          <a:ln>
                            <a:noFill/>
                          </a:ln>
                          <a:solidFill>
                            <a:schemeClr val="tx1"/>
                          </a:solidFill>
                          <a:effectLst/>
                          <a:latin typeface="Times New Roman" panose="02020603050405020304" pitchFamily="18" charset="0"/>
                        </a:rPr>
                        <a:t>Partid</a:t>
                      </a:r>
                      <a:endParaRPr kumimoji="0" lang="ro-RO" altLang="ro-RO" sz="14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a:ln>
                            <a:noFill/>
                          </a:ln>
                          <a:solidFill>
                            <a:schemeClr val="tx1"/>
                          </a:solidFill>
                          <a:effectLst/>
                          <a:latin typeface="Times New Roman" panose="02020603050405020304" pitchFamily="18" charset="0"/>
                        </a:rPr>
                        <a:t>Voturi</a:t>
                      </a:r>
                      <a:endParaRPr kumimoji="0" lang="ro-RO" altLang="ro-RO" sz="1400" b="1"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a:ln>
                            <a:noFill/>
                          </a:ln>
                          <a:solidFill>
                            <a:schemeClr val="tx1"/>
                          </a:solidFill>
                          <a:effectLst/>
                          <a:latin typeface="Times New Roman" panose="02020603050405020304" pitchFamily="18" charset="0"/>
                        </a:rPr>
                        <a:t>Procente</a:t>
                      </a:r>
                      <a:endParaRPr kumimoji="0" lang="ro-RO" altLang="ro-RO" sz="1400" b="1"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dirty="0">
                          <a:ln>
                            <a:noFill/>
                          </a:ln>
                          <a:solidFill>
                            <a:schemeClr val="tx1"/>
                          </a:solidFill>
                          <a:effectLst/>
                          <a:latin typeface="Times New Roman" panose="02020603050405020304" pitchFamily="18" charset="0"/>
                        </a:rPr>
                        <a:t>Locuri</a:t>
                      </a:r>
                      <a:endParaRPr kumimoji="0" lang="ro-RO" altLang="ro-RO" sz="14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rPr>
                        <a:t>Procente</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24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a:ln>
                            <a:noFill/>
                          </a:ln>
                          <a:solidFill>
                            <a:schemeClr val="tx1"/>
                          </a:solidFill>
                          <a:effectLst/>
                          <a:latin typeface="Times New Roman" panose="02020603050405020304" pitchFamily="18" charset="0"/>
                        </a:rPr>
                        <a:t>Conservatori </a:t>
                      </a:r>
                      <a:endParaRPr kumimoji="0" lang="ro-RO" altLang="ro-RO" sz="1400" b="1"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  13.636.684</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42.3 %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1" i="0" u="none" strike="noStrike" cap="none" normalizeH="0" baseline="0" dirty="0">
                          <a:ln>
                            <a:noFill/>
                          </a:ln>
                          <a:solidFill>
                            <a:srgbClr val="000000"/>
                          </a:solidFill>
                          <a:effectLst/>
                          <a:latin typeface="Times New Roman" panose="02020603050405020304" pitchFamily="18" charset="0"/>
                        </a:rPr>
                        <a:t>317</a:t>
                      </a:r>
                      <a:endParaRPr kumimoji="0" lang="ro-RO" altLang="ro-RO" sz="14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48,77 </a:t>
                      </a:r>
                      <a:endParaRPr kumimoji="0" lang="ro-RO" altLang="ro-RO" sz="14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Laburiști</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12.877.918</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40.0 %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262</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40,25</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Liber-democrați</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2.371.861</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7.4 %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12</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1,85</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Partidul național </a:t>
                      </a:r>
                      <a:r>
                        <a:rPr kumimoji="0" lang="ro-RO" altLang="ro-RO" sz="1600" b="0" i="0" u="none" strike="noStrike" cap="none" normalizeH="0" baseline="0" dirty="0">
                          <a:ln>
                            <a:noFill/>
                          </a:ln>
                          <a:solidFill>
                            <a:schemeClr val="tx1"/>
                          </a:solidFill>
                          <a:effectLst/>
                          <a:latin typeface="Times New Roman" panose="02020603050405020304" pitchFamily="18" charset="0"/>
                        </a:rPr>
                        <a:t>scoțian SNP</a:t>
                      </a:r>
                      <a:endParaRPr kumimoji="0" lang="ro-RO" altLang="ro-RO" sz="1600" b="0"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977.568</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3.0 %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35</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5,38</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Partidul verde</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525.665</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1.6 %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0,15</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UKIP</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594.068</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1.8 %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1,8</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Partidul Unionist Democrat DUP</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292.316</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0.9 %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10</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1,54</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Sinn Fein</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238.915</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0.7 %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7</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400" dirty="0"/>
                        <a:t>1,08</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Plaid Cymru</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164,466</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0.6 %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4</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0,62</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Partidul Unionist din Ulster UUP</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114.935</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0.4 %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2</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chemeClr val="tx1"/>
                          </a:solidFill>
                          <a:effectLst/>
                          <a:latin typeface="Times New Roman" panose="02020603050405020304" pitchFamily="18" charset="0"/>
                        </a:rPr>
                        <a:t>Partidul social-democrat și laburist</a:t>
                      </a:r>
                      <a:endParaRPr kumimoji="0" lang="ro-RO" altLang="ro-RO" sz="1600" b="0"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99.809</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0.3 %</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3</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Independent unionist Sylvia Hermon</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151.471</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0.2%</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0,15</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Times New Roman" panose="02020603050405020304" pitchFamily="18" charset="0"/>
                        </a:rPr>
                        <a:t>Speaker of the House of Commons</a:t>
                      </a:r>
                      <a:endParaRPr kumimoji="0" lang="ro-RO" altLang="ro-RO" sz="1600" b="0" i="0" u="none" strike="noStrike" cap="none" normalizeH="0" baseline="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34.299</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a:ln>
                            <a:noFill/>
                          </a:ln>
                          <a:solidFill>
                            <a:srgbClr val="000000"/>
                          </a:solidFill>
                          <a:effectLst/>
                          <a:latin typeface="Times New Roman" panose="02020603050405020304" pitchFamily="18" charset="0"/>
                        </a:rPr>
                        <a:t>0.1%</a:t>
                      </a:r>
                      <a:endParaRPr kumimoji="0" lang="ro-RO" altLang="ro-RO" sz="14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1</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0,15</a:t>
                      </a: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671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chemeClr val="tx1"/>
                          </a:solidFill>
                          <a:effectLst/>
                          <a:latin typeface="Times New Roman" panose="02020603050405020304" pitchFamily="18" charset="0"/>
                        </a:rPr>
                        <a:t>Voturi valide </a:t>
                      </a:r>
                      <a:endParaRPr kumimoji="0" lang="ro-RO" altLang="ro-RO" sz="1600" b="0"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32.204.184</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68.8%</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400" b="0" i="0" u="none" strike="noStrike" cap="none" normalizeH="0" baseline="0" dirty="0">
                          <a:ln>
                            <a:noFill/>
                          </a:ln>
                          <a:solidFill>
                            <a:srgbClr val="000000"/>
                          </a:solidFill>
                          <a:effectLst/>
                          <a:latin typeface="Times New Roman" panose="02020603050405020304" pitchFamily="18" charset="0"/>
                        </a:rPr>
                        <a:t> </a:t>
                      </a: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endParaRPr kumimoji="0" lang="ro-RO" altLang="ro-RO" sz="14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51435" marR="51435"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u 1">
            <a:extLst>
              <a:ext uri="{FF2B5EF4-FFF2-40B4-BE49-F238E27FC236}">
                <a16:creationId xmlns:a16="http://schemas.microsoft.com/office/drawing/2014/main" id="{5E4E224C-D52E-4B0C-861D-BF588AE2E333}"/>
              </a:ext>
            </a:extLst>
          </p:cNvPr>
          <p:cNvSpPr>
            <a:spLocks noGrp="1" noChangeArrowheads="1"/>
          </p:cNvSpPr>
          <p:nvPr>
            <p:ph type="title"/>
          </p:nvPr>
        </p:nvSpPr>
        <p:spPr>
          <a:xfrm>
            <a:off x="1774825" y="115888"/>
            <a:ext cx="8642350" cy="576262"/>
          </a:xfrm>
        </p:spPr>
        <p:txBody>
          <a:bodyPr/>
          <a:lstStyle/>
          <a:p>
            <a:r>
              <a:rPr lang="ro-RO" altLang="ro-RO" sz="2800" b="1">
                <a:latin typeface="Calibri" panose="020F0502020204030204" pitchFamily="34" charset="0"/>
                <a:ea typeface="Calibri" panose="020F0502020204030204" pitchFamily="34" charset="0"/>
                <a:cs typeface="Calibri" panose="020F0502020204030204" pitchFamily="34" charset="0"/>
              </a:rPr>
              <a:t>Rezultate ale alegerilor britanice din 12 decembrie 2019</a:t>
            </a:r>
            <a:endParaRPr lang="ro-RO" altLang="ro-RO" sz="280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Substituent conținut 3">
            <a:extLst>
              <a:ext uri="{FF2B5EF4-FFF2-40B4-BE49-F238E27FC236}">
                <a16:creationId xmlns:a16="http://schemas.microsoft.com/office/drawing/2014/main" id="{DF973443-6E7D-4D78-AB25-E442035F05D3}"/>
              </a:ext>
            </a:extLst>
          </p:cNvPr>
          <p:cNvGraphicFramePr>
            <a:graphicFrameLocks noGrp="1"/>
          </p:cNvGraphicFramePr>
          <p:nvPr/>
        </p:nvGraphicFramePr>
        <p:xfrm>
          <a:off x="1774825" y="1052514"/>
          <a:ext cx="8642350" cy="5673725"/>
        </p:xfrm>
        <a:graphic>
          <a:graphicData uri="http://schemas.openxmlformats.org/drawingml/2006/table">
            <a:tbl>
              <a:tblPr/>
              <a:tblGrid>
                <a:gridCol w="3234178">
                  <a:extLst>
                    <a:ext uri="{9D8B030D-6E8A-4147-A177-3AD203B41FA5}">
                      <a16:colId xmlns:a16="http://schemas.microsoft.com/office/drawing/2014/main" val="20000"/>
                    </a:ext>
                  </a:extLst>
                </a:gridCol>
                <a:gridCol w="1683093">
                  <a:extLst>
                    <a:ext uri="{9D8B030D-6E8A-4147-A177-3AD203B41FA5}">
                      <a16:colId xmlns:a16="http://schemas.microsoft.com/office/drawing/2014/main" val="20001"/>
                    </a:ext>
                  </a:extLst>
                </a:gridCol>
                <a:gridCol w="1412203">
                  <a:extLst>
                    <a:ext uri="{9D8B030D-6E8A-4147-A177-3AD203B41FA5}">
                      <a16:colId xmlns:a16="http://schemas.microsoft.com/office/drawing/2014/main" val="20002"/>
                    </a:ext>
                  </a:extLst>
                </a:gridCol>
                <a:gridCol w="1376077">
                  <a:extLst>
                    <a:ext uri="{9D8B030D-6E8A-4147-A177-3AD203B41FA5}">
                      <a16:colId xmlns:a16="http://schemas.microsoft.com/office/drawing/2014/main" val="20003"/>
                    </a:ext>
                  </a:extLst>
                </a:gridCol>
                <a:gridCol w="936799">
                  <a:extLst>
                    <a:ext uri="{9D8B030D-6E8A-4147-A177-3AD203B41FA5}">
                      <a16:colId xmlns:a16="http://schemas.microsoft.com/office/drawing/2014/main" val="20004"/>
                    </a:ext>
                  </a:extLst>
                </a:gridCol>
              </a:tblGrid>
              <a:tr h="360269">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chemeClr val="tx1"/>
                          </a:solidFill>
                          <a:effectLst/>
                          <a:latin typeface="Calibri" panose="020F0502020204030204" pitchFamily="34" charset="0"/>
                        </a:rPr>
                        <a:t>Partid</a:t>
                      </a:r>
                      <a:endParaRPr kumimoji="0" lang="ro-RO" altLang="ro-RO" sz="16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200" b="1" i="0" u="none" strike="noStrike" cap="none" normalizeH="0" baseline="0" dirty="0">
                          <a:ln>
                            <a:noFill/>
                          </a:ln>
                          <a:solidFill>
                            <a:schemeClr val="tx1"/>
                          </a:solidFill>
                          <a:effectLst/>
                          <a:latin typeface="Calibri" panose="020F0502020204030204" pitchFamily="34" charset="0"/>
                        </a:rPr>
                        <a:t>Voturi</a:t>
                      </a:r>
                      <a:endParaRPr kumimoji="0" lang="ro-RO" altLang="ro-RO" sz="12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200" b="1" i="0" u="none" strike="noStrike" cap="none" normalizeH="0" baseline="0" dirty="0">
                          <a:ln>
                            <a:noFill/>
                          </a:ln>
                          <a:solidFill>
                            <a:schemeClr val="tx1"/>
                          </a:solidFill>
                          <a:effectLst/>
                          <a:latin typeface="Calibri" panose="020F0502020204030204" pitchFamily="34" charset="0"/>
                        </a:rPr>
                        <a:t>Procente</a:t>
                      </a:r>
                      <a:endParaRPr kumimoji="0" lang="ro-RO" altLang="ro-RO" sz="12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200" b="1" i="0" u="none" strike="noStrike" cap="none" normalizeH="0" baseline="0" dirty="0">
                          <a:ln>
                            <a:noFill/>
                          </a:ln>
                          <a:solidFill>
                            <a:schemeClr val="tx1"/>
                          </a:solidFill>
                          <a:effectLst/>
                          <a:latin typeface="Calibri" panose="020F0502020204030204" pitchFamily="34" charset="0"/>
                        </a:rPr>
                        <a:t>Locuri</a:t>
                      </a:r>
                      <a:endParaRPr kumimoji="0" lang="ro-RO" altLang="ro-RO" sz="12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endParaRPr kumimoji="0" lang="ro-RO" altLang="ro-RO" sz="1200" b="1"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Conservatori </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  13 966 565</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43,6 %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365</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56.2%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Laburiști</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10 295 607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32,2 %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202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31.1%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Liber-democrați</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3 696 423</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11,6 %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1.7%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rgbClr val="000000"/>
                          </a:solidFill>
                          <a:effectLst/>
                          <a:latin typeface="Calibri" panose="020F0502020204030204" pitchFamily="34" charset="0"/>
                        </a:rPr>
                        <a:t>Partidul național </a:t>
                      </a:r>
                      <a:r>
                        <a:rPr kumimoji="0" lang="ro-RO" altLang="ro-RO" sz="1600" b="1" i="0" u="none" strike="noStrike" cap="none" normalizeH="0" baseline="0" dirty="0">
                          <a:ln>
                            <a:noFill/>
                          </a:ln>
                          <a:solidFill>
                            <a:srgbClr val="000000"/>
                          </a:solidFill>
                          <a:effectLst/>
                          <a:latin typeface="Calibri" panose="020F0502020204030204" pitchFamily="34" charset="0"/>
                        </a:rPr>
                        <a:t>scoțian SNP</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1 242 372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3,9 %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48</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7.4%</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Partidul verde</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865 697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2,7 %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0.2%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Partidul Brexit</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642 303</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a:t>
                      </a: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Partidul Unionist Democrat DUP</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244 127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0,80%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8</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1.2%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Sinn Fein</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181 853</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0,60%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1.1%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Plaid Cymru</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153 265</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0,50%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4</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lang="ro-RO" sz="1600" dirty="0"/>
                        <a:t>1.1%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Alianța Nord Irlandeză</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134 115</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0,40%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0.2%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566748">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Partidul social-democrat și laburist</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118 737</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0,40%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0.3%</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a:ln>
                            <a:noFill/>
                          </a:ln>
                          <a:solidFill>
                            <a:srgbClr val="000000"/>
                          </a:solidFill>
                          <a:effectLst/>
                          <a:latin typeface="Calibri" panose="020F0502020204030204" pitchFamily="34" charset="0"/>
                        </a:rPr>
                        <a:t>Alte partide </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145.141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0</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rPr>
                        <a:t>0</a:t>
                      </a: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dirty="0" err="1">
                          <a:ln>
                            <a:noFill/>
                          </a:ln>
                          <a:solidFill>
                            <a:srgbClr val="000000"/>
                          </a:solidFill>
                          <a:effectLst/>
                          <a:latin typeface="Calibri" panose="020F0502020204030204" pitchFamily="34" charset="0"/>
                        </a:rPr>
                        <a:t>Speaker</a:t>
                      </a:r>
                      <a:r>
                        <a:rPr kumimoji="0" lang="ro-RO" altLang="ro-RO" sz="1600" b="1" i="0" u="none" strike="noStrike" cap="none" normalizeH="0" baseline="0" dirty="0">
                          <a:ln>
                            <a:noFill/>
                          </a:ln>
                          <a:solidFill>
                            <a:srgbClr val="000000"/>
                          </a:solidFill>
                          <a:effectLst/>
                          <a:latin typeface="Calibri" panose="020F0502020204030204" pitchFamily="34" charset="0"/>
                        </a:rPr>
                        <a:t> of </a:t>
                      </a:r>
                      <a:r>
                        <a:rPr kumimoji="0" lang="ro-RO" altLang="ro-RO" sz="1600" b="1" i="0" u="none" strike="noStrike" cap="none" normalizeH="0" baseline="0" dirty="0" err="1">
                          <a:ln>
                            <a:noFill/>
                          </a:ln>
                          <a:solidFill>
                            <a:srgbClr val="000000"/>
                          </a:solidFill>
                          <a:effectLst/>
                          <a:latin typeface="Calibri" panose="020F0502020204030204" pitchFamily="34" charset="0"/>
                        </a:rPr>
                        <a:t>the</a:t>
                      </a:r>
                      <a:r>
                        <a:rPr kumimoji="0" lang="ro-RO" altLang="ro-RO" sz="1600" b="1" i="0" u="none" strike="noStrike" cap="none" normalizeH="0" baseline="0" dirty="0">
                          <a:ln>
                            <a:noFill/>
                          </a:ln>
                          <a:solidFill>
                            <a:srgbClr val="000000"/>
                          </a:solidFill>
                          <a:effectLst/>
                          <a:latin typeface="Calibri" panose="020F0502020204030204" pitchFamily="34" charset="0"/>
                        </a:rPr>
                        <a:t> </a:t>
                      </a:r>
                      <a:r>
                        <a:rPr kumimoji="0" lang="ro-RO" altLang="ro-RO" sz="1600" b="1" i="0" u="none" strike="noStrike" cap="none" normalizeH="0" baseline="0" dirty="0" err="1">
                          <a:ln>
                            <a:noFill/>
                          </a:ln>
                          <a:solidFill>
                            <a:srgbClr val="000000"/>
                          </a:solidFill>
                          <a:effectLst/>
                          <a:latin typeface="Calibri" panose="020F0502020204030204" pitchFamily="34" charset="0"/>
                        </a:rPr>
                        <a:t>House</a:t>
                      </a:r>
                      <a:r>
                        <a:rPr kumimoji="0" lang="ro-RO" altLang="ro-RO" sz="1600" b="1" i="0" u="none" strike="noStrike" cap="none" normalizeH="0" baseline="0" dirty="0">
                          <a:ln>
                            <a:noFill/>
                          </a:ln>
                          <a:solidFill>
                            <a:srgbClr val="000000"/>
                          </a:solidFill>
                          <a:effectLst/>
                          <a:latin typeface="Calibri" panose="020F0502020204030204" pitchFamily="34" charset="0"/>
                        </a:rPr>
                        <a:t> of </a:t>
                      </a:r>
                      <a:r>
                        <a:rPr kumimoji="0" lang="ro-RO" altLang="ro-RO" sz="1600" b="1" i="0" u="none" strike="noStrike" cap="none" normalizeH="0" baseline="0" dirty="0" err="1">
                          <a:ln>
                            <a:noFill/>
                          </a:ln>
                          <a:solidFill>
                            <a:srgbClr val="000000"/>
                          </a:solidFill>
                          <a:effectLst/>
                          <a:latin typeface="Calibri" panose="020F0502020204030204" pitchFamily="34" charset="0"/>
                        </a:rPr>
                        <a:t>Commons</a:t>
                      </a:r>
                      <a:endParaRPr kumimoji="0" lang="ro-RO" altLang="ro-RO" sz="1600" b="1"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rgbClr val="000000"/>
                          </a:solidFill>
                          <a:effectLst/>
                          <a:latin typeface="Calibri" panose="020F0502020204030204" pitchFamily="34" charset="0"/>
                        </a:rPr>
                        <a:t>26 831</a:t>
                      </a:r>
                      <a:endParaRPr kumimoji="0" lang="ro-RO" altLang="ro-RO" sz="16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rgbClr val="000000"/>
                          </a:solidFill>
                          <a:effectLst/>
                          <a:latin typeface="Calibri" panose="020F0502020204030204" pitchFamily="34" charset="0"/>
                        </a:rPr>
                        <a:t>0,10%</a:t>
                      </a:r>
                      <a:endParaRPr kumimoji="0" lang="ro-RO" altLang="ro-RO" sz="16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1</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lang="ro-RO" sz="1600" dirty="0"/>
                        <a:t>0.2%</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r h="36513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rgbClr val="000000"/>
                          </a:solidFill>
                          <a:effectLst/>
                          <a:latin typeface="Calibri" panose="020F0502020204030204" pitchFamily="34" charset="0"/>
                        </a:rPr>
                        <a:t>Voturi valide </a:t>
                      </a:r>
                      <a:endParaRPr kumimoji="0" lang="ro-RO" altLang="ro-RO" sz="1600" b="1"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rgbClr val="000000"/>
                          </a:solidFill>
                          <a:effectLst/>
                          <a:latin typeface="Calibri" panose="020F0502020204030204" pitchFamily="34" charset="0"/>
                        </a:rPr>
                        <a:t>31.337.119</a:t>
                      </a:r>
                      <a:endParaRPr kumimoji="0" lang="ro-RO" altLang="ro-RO" sz="1600" b="1"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rgbClr val="000000"/>
                          </a:solidFill>
                          <a:effectLst/>
                          <a:latin typeface="Calibri" panose="020F0502020204030204" pitchFamily="34" charset="0"/>
                        </a:rPr>
                        <a:t>67,30</a:t>
                      </a:r>
                      <a:endParaRPr kumimoji="0" lang="ro-RO" altLang="ro-RO" sz="1600" b="0" i="0" u="none" strike="noStrike" cap="none" normalizeH="0" baseline="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dirty="0">
                          <a:ln>
                            <a:noFill/>
                          </a:ln>
                          <a:solidFill>
                            <a:srgbClr val="000000"/>
                          </a:solidFill>
                          <a:effectLst/>
                          <a:latin typeface="Calibri" panose="020F0502020204030204" pitchFamily="34" charset="0"/>
                        </a:rPr>
                        <a:t> </a:t>
                      </a: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endParaRPr kumimoji="0" lang="ro-RO" altLang="ro-RO" sz="1600" b="0" i="0" u="none" strike="noStrike" cap="none" normalizeH="0" baseline="0" dirty="0">
                        <a:ln>
                          <a:noFill/>
                        </a:ln>
                        <a:solidFill>
                          <a:srgbClr val="000000"/>
                        </a:solidFill>
                        <a:effectLst/>
                        <a:latin typeface="Times New Roman" panose="02020603050405020304" pitchFamily="18" charset="0"/>
                        <a:cs typeface="Calibri" panose="020F0502020204030204" pitchFamily="34" charset="0"/>
                      </a:endParaRPr>
                    </a:p>
                  </a:txBody>
                  <a:tcPr marL="68153" marR="68153"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A1CC01C-282A-4351-A6A0-1FFBB7075D13}"/>
              </a:ext>
            </a:extLst>
          </p:cNvPr>
          <p:cNvSpPr>
            <a:spLocks noGrp="1" noChangeArrowheads="1"/>
          </p:cNvSpPr>
          <p:nvPr>
            <p:ph type="title"/>
          </p:nvPr>
        </p:nvSpPr>
        <p:spPr>
          <a:xfrm>
            <a:off x="1524000" y="0"/>
            <a:ext cx="9144000" cy="1143000"/>
          </a:xfrm>
        </p:spPr>
        <p:txBody>
          <a:bodyPr/>
          <a:lstStyle/>
          <a:p>
            <a:pPr eaLnBrk="1" hangingPunct="1"/>
            <a:r>
              <a:rPr lang="ro-RO" altLang="ro-RO" sz="2800" b="1"/>
              <a:t>Consecinţe scrutinului majoritar relativ: disproporţionalitatea</a:t>
            </a:r>
            <a:r>
              <a:rPr lang="ro-RO" altLang="ro-RO" sz="2400"/>
              <a:t> </a:t>
            </a:r>
          </a:p>
        </p:txBody>
      </p:sp>
      <p:sp>
        <p:nvSpPr>
          <p:cNvPr id="18435" name="Rectangle 3">
            <a:extLst>
              <a:ext uri="{FF2B5EF4-FFF2-40B4-BE49-F238E27FC236}">
                <a16:creationId xmlns:a16="http://schemas.microsoft.com/office/drawing/2014/main" id="{45F0AA2F-75A4-4893-8553-87984487841B}"/>
              </a:ext>
            </a:extLst>
          </p:cNvPr>
          <p:cNvSpPr>
            <a:spLocks noGrp="1" noChangeArrowheads="1"/>
          </p:cNvSpPr>
          <p:nvPr>
            <p:ph type="body" idx="1"/>
          </p:nvPr>
        </p:nvSpPr>
        <p:spPr>
          <a:xfrm>
            <a:off x="1774825" y="1341438"/>
            <a:ext cx="8642350" cy="5327650"/>
          </a:xfrm>
        </p:spPr>
        <p:txBody>
          <a:bodyPr>
            <a:normAutofit fontScale="77500" lnSpcReduction="20000"/>
          </a:bodyPr>
          <a:lstStyle/>
          <a:p>
            <a:pPr eaLnBrk="1" hangingPunct="1">
              <a:buFontTx/>
              <a:buNone/>
              <a:defRPr/>
            </a:pPr>
            <a:r>
              <a:rPr lang="ro-RO" b="1" dirty="0">
                <a:solidFill>
                  <a:srgbClr val="000066"/>
                </a:solidFill>
              </a:rPr>
              <a:t>Indicele de disproporţionalitate </a:t>
            </a:r>
            <a:r>
              <a:rPr lang="ro-RO" dirty="0">
                <a:solidFill>
                  <a:srgbClr val="000066"/>
                </a:solidFill>
              </a:rPr>
              <a:t>(Michael Gallagher) .</a:t>
            </a:r>
            <a:br>
              <a:rPr lang="ro-RO" dirty="0">
                <a:solidFill>
                  <a:srgbClr val="000066"/>
                </a:solidFill>
              </a:rPr>
            </a:br>
            <a:endParaRPr lang="ro-RO" dirty="0">
              <a:solidFill>
                <a:srgbClr val="000066"/>
              </a:solidFill>
            </a:endParaRPr>
          </a:p>
          <a:p>
            <a:pPr marL="0" indent="0" algn="just">
              <a:buNone/>
              <a:defRPr/>
            </a:pPr>
            <a:r>
              <a:rPr lang="ro-RO" sz="1800" dirty="0">
                <a:solidFill>
                  <a:srgbClr val="000066"/>
                </a:solidFill>
                <a:latin typeface="+mj-lt"/>
              </a:rPr>
              <a:t>Indicele de disproporţionalitate reprezintă diferenţa dintre procentul voturi și cel al mandatelor împărţit la doi. Cu cât cifra se apropie mai mult de zero cu atât proporţionalitate este mai mare. Şi viceversa: cu cât cifra se îndepărtează mai mult de zero cu atât disproporţia este mai mare.</a:t>
            </a:r>
          </a:p>
          <a:p>
            <a:pPr marL="0" indent="0" algn="just">
              <a:buNone/>
              <a:defRPr/>
            </a:pPr>
            <a:r>
              <a:rPr lang="ro-RO" sz="1800" dirty="0">
                <a:solidFill>
                  <a:srgbClr val="000066"/>
                </a:solidFill>
                <a:latin typeface="+mj-lt"/>
              </a:rPr>
              <a:t>Indicele de disproporţie a fost, deci, în Marea Britanie la alegerile din 2005 </a:t>
            </a:r>
          </a:p>
          <a:p>
            <a:pPr marL="0" indent="0" algn="just">
              <a:buNone/>
              <a:defRPr/>
            </a:pPr>
            <a:r>
              <a:rPr lang="ro-RO" sz="1800" dirty="0">
                <a:solidFill>
                  <a:srgbClr val="000066"/>
                </a:solidFill>
                <a:latin typeface="+mj-lt"/>
              </a:rPr>
              <a:t>42,13/2</a:t>
            </a:r>
            <a:r>
              <a:rPr lang="ro-RO" sz="1800" dirty="0">
                <a:solidFill>
                  <a:srgbClr val="000066"/>
                </a:solidFill>
                <a:latin typeface="+mj-lt"/>
                <a:cs typeface="Times New Roman"/>
              </a:rPr>
              <a:t>=</a:t>
            </a:r>
            <a:r>
              <a:rPr lang="ro-RO" sz="1800" b="1" dirty="0">
                <a:solidFill>
                  <a:srgbClr val="000066"/>
                </a:solidFill>
                <a:latin typeface="+mj-lt"/>
              </a:rPr>
              <a:t>21,06</a:t>
            </a:r>
          </a:p>
          <a:p>
            <a:pPr marL="0" indent="0" algn="just">
              <a:buNone/>
              <a:defRPr/>
            </a:pPr>
            <a:r>
              <a:rPr lang="ro-RO" sz="1800" dirty="0">
                <a:solidFill>
                  <a:srgbClr val="000066"/>
                </a:solidFill>
                <a:latin typeface="+mj-lt"/>
              </a:rPr>
              <a:t>Iar în 2010</a:t>
            </a:r>
            <a:r>
              <a:rPr lang="ro-RO" sz="1800" b="1" dirty="0">
                <a:solidFill>
                  <a:srgbClr val="000066"/>
                </a:solidFill>
                <a:latin typeface="+mj-lt"/>
              </a:rPr>
              <a:t> i</a:t>
            </a:r>
            <a:r>
              <a:rPr lang="ro-RO" sz="1800" dirty="0">
                <a:solidFill>
                  <a:srgbClr val="000066"/>
                </a:solidFill>
              </a:rPr>
              <a:t>ndicele de disproporţie a fost</a:t>
            </a:r>
          </a:p>
          <a:p>
            <a:pPr marL="0" indent="0" algn="just">
              <a:buNone/>
              <a:defRPr/>
            </a:pPr>
            <a:r>
              <a:rPr lang="ro-RO" sz="1800" dirty="0">
                <a:solidFill>
                  <a:srgbClr val="000066"/>
                </a:solidFill>
              </a:rPr>
              <a:t>45,2/2</a:t>
            </a:r>
            <a:r>
              <a:rPr lang="ro-RO" sz="1800" dirty="0">
                <a:solidFill>
                  <a:srgbClr val="000066"/>
                </a:solidFill>
                <a:cs typeface="Times New Roman"/>
              </a:rPr>
              <a:t>=</a:t>
            </a:r>
            <a:r>
              <a:rPr lang="ro-RO" sz="1800" b="1" dirty="0">
                <a:solidFill>
                  <a:srgbClr val="000066"/>
                </a:solidFill>
              </a:rPr>
              <a:t>22,6</a:t>
            </a:r>
          </a:p>
          <a:p>
            <a:pPr marL="0" indent="0" algn="just">
              <a:buNone/>
              <a:defRPr/>
            </a:pPr>
            <a:r>
              <a:rPr lang="ro-RO" sz="1800" dirty="0">
                <a:solidFill>
                  <a:srgbClr val="000066"/>
                </a:solidFill>
              </a:rPr>
              <a:t>în 2015</a:t>
            </a:r>
            <a:r>
              <a:rPr lang="ro-RO" sz="1800" b="1" dirty="0">
                <a:solidFill>
                  <a:srgbClr val="000066"/>
                </a:solidFill>
              </a:rPr>
              <a:t> i</a:t>
            </a:r>
            <a:r>
              <a:rPr lang="ro-RO" sz="1800" dirty="0">
                <a:solidFill>
                  <a:srgbClr val="000066"/>
                </a:solidFill>
              </a:rPr>
              <a:t>ndicele de disproporție a fost</a:t>
            </a:r>
          </a:p>
          <a:p>
            <a:pPr marL="0" indent="0" algn="just">
              <a:buNone/>
              <a:defRPr/>
            </a:pPr>
            <a:r>
              <a:rPr lang="ro-RO" sz="1800" dirty="0">
                <a:solidFill>
                  <a:srgbClr val="000066"/>
                </a:solidFill>
              </a:rPr>
              <a:t>49,8‬/2=</a:t>
            </a:r>
            <a:r>
              <a:rPr lang="ro-RO" sz="1800" b="1" dirty="0">
                <a:solidFill>
                  <a:srgbClr val="000066"/>
                </a:solidFill>
              </a:rPr>
              <a:t>24,9</a:t>
            </a:r>
          </a:p>
          <a:p>
            <a:pPr marL="0" indent="0" algn="just">
              <a:buNone/>
              <a:defRPr/>
            </a:pPr>
            <a:r>
              <a:rPr lang="ro-RO" sz="1800" dirty="0">
                <a:solidFill>
                  <a:srgbClr val="000066"/>
                </a:solidFill>
              </a:rPr>
              <a:t>în 2017</a:t>
            </a:r>
            <a:r>
              <a:rPr lang="ro-RO" sz="1800" b="1" dirty="0">
                <a:solidFill>
                  <a:srgbClr val="000066"/>
                </a:solidFill>
              </a:rPr>
              <a:t> i</a:t>
            </a:r>
            <a:r>
              <a:rPr lang="ro-RO" sz="1800" dirty="0">
                <a:solidFill>
                  <a:srgbClr val="000066"/>
                </a:solidFill>
              </a:rPr>
              <a:t>ndicele de disproporție a fost</a:t>
            </a:r>
          </a:p>
          <a:p>
            <a:pPr marL="0" indent="0" algn="just">
              <a:buNone/>
              <a:defRPr/>
            </a:pPr>
            <a:r>
              <a:rPr lang="ro-RO" sz="1800" dirty="0">
                <a:solidFill>
                  <a:srgbClr val="000066"/>
                </a:solidFill>
              </a:rPr>
              <a:t>‭ 31,2 ‬/2=</a:t>
            </a:r>
            <a:r>
              <a:rPr lang="ro-RO" sz="1800" b="1" dirty="0">
                <a:solidFill>
                  <a:srgbClr val="000066"/>
                </a:solidFill>
              </a:rPr>
              <a:t>15.6</a:t>
            </a:r>
          </a:p>
          <a:p>
            <a:pPr marL="0" indent="0" algn="just">
              <a:buNone/>
              <a:defRPr/>
            </a:pPr>
            <a:r>
              <a:rPr lang="ro-RO" sz="1800" dirty="0">
                <a:solidFill>
                  <a:srgbClr val="000066"/>
                </a:solidFill>
              </a:rPr>
              <a:t>în 2019</a:t>
            </a:r>
            <a:r>
              <a:rPr lang="ro-RO" sz="1800" b="1" dirty="0">
                <a:solidFill>
                  <a:srgbClr val="000066"/>
                </a:solidFill>
              </a:rPr>
              <a:t> i</a:t>
            </a:r>
            <a:r>
              <a:rPr lang="ro-RO" sz="1800" dirty="0">
                <a:solidFill>
                  <a:srgbClr val="000066"/>
                </a:solidFill>
              </a:rPr>
              <a:t>ndicele de disproporție a fost</a:t>
            </a:r>
          </a:p>
          <a:p>
            <a:pPr marL="0" indent="0" algn="just">
              <a:buNone/>
              <a:defRPr/>
            </a:pPr>
            <a:r>
              <a:rPr lang="ro-RO" sz="1800" b="1" dirty="0">
                <a:solidFill>
                  <a:srgbClr val="000066"/>
                </a:solidFill>
              </a:rPr>
              <a:t>‭</a:t>
            </a:r>
            <a:r>
              <a:rPr lang="ro-RO" sz="1800" dirty="0">
                <a:solidFill>
                  <a:srgbClr val="000066"/>
                </a:solidFill>
              </a:rPr>
              <a:t>32,7‬/2</a:t>
            </a:r>
            <a:r>
              <a:rPr lang="ro-RO" sz="1800" b="1" dirty="0">
                <a:solidFill>
                  <a:srgbClr val="000066"/>
                </a:solidFill>
              </a:rPr>
              <a:t>= 16,35</a:t>
            </a:r>
          </a:p>
          <a:p>
            <a:pPr marL="0" indent="0" algn="just">
              <a:buNone/>
              <a:defRPr/>
            </a:pPr>
            <a:endParaRPr lang="ro-RO" sz="1800" b="1" dirty="0">
              <a:solidFill>
                <a:srgbClr val="000066"/>
              </a:solidFill>
              <a:latin typeface="+mj-lt"/>
            </a:endParaRPr>
          </a:p>
          <a:p>
            <a:pPr marL="0" indent="0" algn="just">
              <a:buNone/>
              <a:defRPr/>
            </a:pPr>
            <a:endParaRPr lang="ro-RO" dirty="0">
              <a:solidFill>
                <a:srgbClr val="000066"/>
              </a:solidFill>
            </a:endParaRPr>
          </a:p>
          <a:p>
            <a:pPr marL="0" indent="0" algn="just">
              <a:buNone/>
              <a:defRPr/>
            </a:pPr>
            <a:br>
              <a:rPr lang="ro-RO" dirty="0">
                <a:solidFill>
                  <a:srgbClr val="000066"/>
                </a:solidFill>
              </a:rPr>
            </a:br>
            <a:endParaRPr lang="ro-RO" dirty="0">
              <a:solidFill>
                <a:srgbClr val="00006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01CD76D-0502-45C1-9861-635FA1C7EEA6}"/>
              </a:ext>
            </a:extLst>
          </p:cNvPr>
          <p:cNvSpPr>
            <a:spLocks noGrp="1" noChangeArrowheads="1"/>
          </p:cNvSpPr>
          <p:nvPr>
            <p:ph type="title"/>
          </p:nvPr>
        </p:nvSpPr>
        <p:spPr>
          <a:xfrm>
            <a:off x="2208213" y="476250"/>
            <a:ext cx="7772400" cy="571500"/>
          </a:xfrm>
        </p:spPr>
        <p:txBody>
          <a:bodyPr/>
          <a:lstStyle/>
          <a:p>
            <a:pPr eaLnBrk="1" hangingPunct="1"/>
            <a:r>
              <a:rPr lang="ro-RO" altLang="ro-RO" sz="3200" b="1"/>
              <a:t>Alegerile din Canada din 2004</a:t>
            </a:r>
          </a:p>
        </p:txBody>
      </p:sp>
      <p:graphicFrame>
        <p:nvGraphicFramePr>
          <p:cNvPr id="4" name="Tableau 3">
            <a:extLst>
              <a:ext uri="{FF2B5EF4-FFF2-40B4-BE49-F238E27FC236}">
                <a16:creationId xmlns:a16="http://schemas.microsoft.com/office/drawing/2014/main" id="{C2290CEA-8CB5-457E-A807-8AC104938E3B}"/>
              </a:ext>
            </a:extLst>
          </p:cNvPr>
          <p:cNvGraphicFramePr>
            <a:graphicFrameLocks noGrp="1"/>
          </p:cNvGraphicFramePr>
          <p:nvPr/>
        </p:nvGraphicFramePr>
        <p:xfrm>
          <a:off x="1847850" y="1844675"/>
          <a:ext cx="8567738" cy="3397250"/>
        </p:xfrm>
        <a:graphic>
          <a:graphicData uri="http://schemas.openxmlformats.org/drawingml/2006/table">
            <a:tbl>
              <a:tblPr/>
              <a:tblGrid>
                <a:gridCol w="4187378">
                  <a:extLst>
                    <a:ext uri="{9D8B030D-6E8A-4147-A177-3AD203B41FA5}">
                      <a16:colId xmlns:a16="http://schemas.microsoft.com/office/drawing/2014/main" val="20000"/>
                    </a:ext>
                  </a:extLst>
                </a:gridCol>
                <a:gridCol w="1183408">
                  <a:extLst>
                    <a:ext uri="{9D8B030D-6E8A-4147-A177-3AD203B41FA5}">
                      <a16:colId xmlns:a16="http://schemas.microsoft.com/office/drawing/2014/main" val="20001"/>
                    </a:ext>
                  </a:extLst>
                </a:gridCol>
                <a:gridCol w="592121">
                  <a:extLst>
                    <a:ext uri="{9D8B030D-6E8A-4147-A177-3AD203B41FA5}">
                      <a16:colId xmlns:a16="http://schemas.microsoft.com/office/drawing/2014/main" val="20002"/>
                    </a:ext>
                  </a:extLst>
                </a:gridCol>
                <a:gridCol w="828468">
                  <a:extLst>
                    <a:ext uri="{9D8B030D-6E8A-4147-A177-3AD203B41FA5}">
                      <a16:colId xmlns:a16="http://schemas.microsoft.com/office/drawing/2014/main" val="20003"/>
                    </a:ext>
                  </a:extLst>
                </a:gridCol>
                <a:gridCol w="592121">
                  <a:extLst>
                    <a:ext uri="{9D8B030D-6E8A-4147-A177-3AD203B41FA5}">
                      <a16:colId xmlns:a16="http://schemas.microsoft.com/office/drawing/2014/main" val="20004"/>
                    </a:ext>
                  </a:extLst>
                </a:gridCol>
                <a:gridCol w="1184243">
                  <a:extLst>
                    <a:ext uri="{9D8B030D-6E8A-4147-A177-3AD203B41FA5}">
                      <a16:colId xmlns:a16="http://schemas.microsoft.com/office/drawing/2014/main" val="20005"/>
                    </a:ext>
                  </a:extLst>
                </a:gridCol>
              </a:tblGrid>
              <a:tr h="393366">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Partide sau alianțe</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Voturi </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Locuri</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Diferență %</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126">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Partidul Liberal</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cs typeface="Calibri Light" panose="020F0302020204030204" pitchFamily="34" charset="0"/>
                        </a:rPr>
                        <a:t>4982220</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36,70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135</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solidFill>
                            <a:srgbClr val="FF0000"/>
                          </a:solidFill>
                          <a:latin typeface="Calibri Light" panose="020F0302020204030204" pitchFamily="34" charset="0"/>
                          <a:ea typeface="Calibri"/>
                          <a:cs typeface="Calibri Light" panose="020F0302020204030204" pitchFamily="34" charset="0"/>
                        </a:rPr>
                        <a:t>43,83</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solidFill>
                            <a:srgbClr val="FF0000"/>
                          </a:solidFill>
                          <a:latin typeface="Calibri Light" panose="020F0302020204030204" pitchFamily="34" charset="0"/>
                          <a:ea typeface="Calibri"/>
                          <a:cs typeface="Calibri Light" panose="020F0302020204030204" pitchFamily="34" charset="0"/>
                        </a:rPr>
                        <a:t>+7,13</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91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Partidul Conservator</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4019498</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29,60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99</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solidFill>
                            <a:schemeClr val="tx1"/>
                          </a:solidFill>
                          <a:latin typeface="Calibri Light" panose="020F0302020204030204" pitchFamily="34" charset="0"/>
                          <a:ea typeface="Calibri"/>
                          <a:cs typeface="Calibri Light" panose="020F0302020204030204" pitchFamily="34" charset="0"/>
                        </a:rPr>
                        <a:t>32,14</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solidFill>
                            <a:schemeClr val="tx1"/>
                          </a:solidFill>
                          <a:latin typeface="Calibri Light" panose="020F0302020204030204" pitchFamily="34" charset="0"/>
                          <a:ea typeface="Calibri"/>
                          <a:cs typeface="Calibri Light" panose="020F0302020204030204" pitchFamily="34" charset="0"/>
                        </a:rPr>
                        <a:t>+2,58</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1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Noul Partid Democratic</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2127403</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15,70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19</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6,17</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-9,53</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1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Blocul din Quebec</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1680109</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12,40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 54</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17,53</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+5,13</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1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Verzii</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582247</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4,30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1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Independenți</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64864</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0.48</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0,32</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-0,16</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29126">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ro-RO" sz="1600" b="1" dirty="0">
                          <a:solidFill>
                            <a:schemeClr val="tx1"/>
                          </a:solidFill>
                          <a:latin typeface="Calibri Light" panose="020F0302020204030204" pitchFamily="34" charset="0"/>
                          <a:ea typeface="Calibri"/>
                          <a:cs typeface="Calibri Light" panose="020F0302020204030204" pitchFamily="34" charset="0"/>
                        </a:rPr>
                        <a:t>Voturi valide</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ro-RO" sz="1600" b="1" dirty="0">
                          <a:latin typeface="Calibri Light" panose="020F0302020204030204" pitchFamily="34" charset="0"/>
                          <a:cs typeface="Calibri Light" panose="020F0302020204030204" pitchFamily="34" charset="0"/>
                        </a:rPr>
                        <a:t>13564702</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ro-RO" sz="1600" b="1" dirty="0">
                          <a:latin typeface="Calibri Light" panose="020F0302020204030204" pitchFamily="34" charset="0"/>
                          <a:cs typeface="Calibri Light" panose="020F0302020204030204" pitchFamily="34" charset="0"/>
                        </a:rPr>
                        <a:t>60.9</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 </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CDD89C8-250C-41E6-A5CE-F49C1E37B0B8}"/>
              </a:ext>
            </a:extLst>
          </p:cNvPr>
          <p:cNvSpPr>
            <a:spLocks noGrp="1" noChangeArrowheads="1"/>
          </p:cNvSpPr>
          <p:nvPr>
            <p:ph type="title"/>
          </p:nvPr>
        </p:nvSpPr>
        <p:spPr>
          <a:xfrm>
            <a:off x="2208213" y="333375"/>
            <a:ext cx="7772400" cy="571500"/>
          </a:xfrm>
        </p:spPr>
        <p:txBody>
          <a:bodyPr/>
          <a:lstStyle/>
          <a:p>
            <a:pPr eaLnBrk="1" hangingPunct="1"/>
            <a:r>
              <a:rPr lang="ro-RO" altLang="ro-RO" sz="3200" b="1"/>
              <a:t>Alegerile din Canada din 2006</a:t>
            </a:r>
          </a:p>
        </p:txBody>
      </p:sp>
      <p:graphicFrame>
        <p:nvGraphicFramePr>
          <p:cNvPr id="4" name="Tableau 3">
            <a:extLst>
              <a:ext uri="{FF2B5EF4-FFF2-40B4-BE49-F238E27FC236}">
                <a16:creationId xmlns:a16="http://schemas.microsoft.com/office/drawing/2014/main" id="{660E3D2C-26E8-429A-8ACB-45885D95559C}"/>
              </a:ext>
            </a:extLst>
          </p:cNvPr>
          <p:cNvGraphicFramePr>
            <a:graphicFrameLocks noGrp="1"/>
          </p:cNvGraphicFramePr>
          <p:nvPr/>
        </p:nvGraphicFramePr>
        <p:xfrm>
          <a:off x="1919288" y="1328738"/>
          <a:ext cx="8424862" cy="3395662"/>
        </p:xfrm>
        <a:graphic>
          <a:graphicData uri="http://schemas.openxmlformats.org/drawingml/2006/table">
            <a:tbl>
              <a:tblPr/>
              <a:tblGrid>
                <a:gridCol w="4043912">
                  <a:extLst>
                    <a:ext uri="{9D8B030D-6E8A-4147-A177-3AD203B41FA5}">
                      <a16:colId xmlns:a16="http://schemas.microsoft.com/office/drawing/2014/main" val="20000"/>
                    </a:ext>
                  </a:extLst>
                </a:gridCol>
                <a:gridCol w="1183567">
                  <a:extLst>
                    <a:ext uri="{9D8B030D-6E8A-4147-A177-3AD203B41FA5}">
                      <a16:colId xmlns:a16="http://schemas.microsoft.com/office/drawing/2014/main" val="20001"/>
                    </a:ext>
                  </a:extLst>
                </a:gridCol>
                <a:gridCol w="592201">
                  <a:extLst>
                    <a:ext uri="{9D8B030D-6E8A-4147-A177-3AD203B41FA5}">
                      <a16:colId xmlns:a16="http://schemas.microsoft.com/office/drawing/2014/main" val="20002"/>
                    </a:ext>
                  </a:extLst>
                </a:gridCol>
                <a:gridCol w="828580">
                  <a:extLst>
                    <a:ext uri="{9D8B030D-6E8A-4147-A177-3AD203B41FA5}">
                      <a16:colId xmlns:a16="http://schemas.microsoft.com/office/drawing/2014/main" val="20003"/>
                    </a:ext>
                  </a:extLst>
                </a:gridCol>
                <a:gridCol w="592201">
                  <a:extLst>
                    <a:ext uri="{9D8B030D-6E8A-4147-A177-3AD203B41FA5}">
                      <a16:colId xmlns:a16="http://schemas.microsoft.com/office/drawing/2014/main" val="20004"/>
                    </a:ext>
                  </a:extLst>
                </a:gridCol>
                <a:gridCol w="1184402">
                  <a:extLst>
                    <a:ext uri="{9D8B030D-6E8A-4147-A177-3AD203B41FA5}">
                      <a16:colId xmlns:a16="http://schemas.microsoft.com/office/drawing/2014/main" val="20005"/>
                    </a:ext>
                  </a:extLst>
                </a:gridCol>
              </a:tblGrid>
              <a:tr h="393182">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Partide sau </a:t>
                      </a:r>
                      <a:r>
                        <a:rPr lang="ro-RO" sz="1600" b="1" dirty="0" err="1">
                          <a:latin typeface="Calibri Light" panose="020F0302020204030204" pitchFamily="34" charset="0"/>
                          <a:ea typeface="Calibri"/>
                          <a:cs typeface="Calibri Light" panose="020F0302020204030204" pitchFamily="34" charset="0"/>
                        </a:rPr>
                        <a:t>alianţe</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Voturi </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Locuri</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Diferență %</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8926">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Partidul Conservator</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cs typeface="Calibri Light" panose="020F0302020204030204" pitchFamily="34" charset="0"/>
                        </a:rPr>
                        <a:t>5374071</a:t>
                      </a:r>
                      <a:endParaRPr lang="ro-RO" sz="1600" b="1"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cs typeface="Calibri Light" panose="020F0302020204030204" pitchFamily="34" charset="0"/>
                        </a:rPr>
                        <a:t>36,27</a:t>
                      </a:r>
                      <a:endParaRPr lang="ro-RO" sz="1600" b="1"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124</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solidFill>
                            <a:srgbClr val="FF0000"/>
                          </a:solidFill>
                          <a:latin typeface="Calibri Light" panose="020F0302020204030204" pitchFamily="34" charset="0"/>
                          <a:cs typeface="Calibri Light" panose="020F0302020204030204" pitchFamily="34" charset="0"/>
                        </a:rPr>
                        <a:t>40,26</a:t>
                      </a:r>
                      <a:endParaRPr lang="ro-RO" sz="1600" b="1" dirty="0">
                        <a:solidFill>
                          <a:srgbClr val="FF0000"/>
                        </a:solidFill>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solidFill>
                            <a:schemeClr val="tx1"/>
                          </a:solidFill>
                          <a:latin typeface="Calibri Light" panose="020F0302020204030204" pitchFamily="34" charset="0"/>
                          <a:ea typeface="Calibri"/>
                          <a:cs typeface="Calibri Light" panose="020F0302020204030204" pitchFamily="34" charset="0"/>
                        </a:rPr>
                        <a:t>+3,99</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89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Partidul Liberal</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4479415</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30,23</a:t>
                      </a:r>
                      <a:endParaRPr lang="ro-RO" sz="1600" b="1"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103</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33,44</a:t>
                      </a:r>
                      <a:endParaRPr lang="ro-RO" sz="1600" b="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+3,21</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89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Blocul din Quebec</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1553201</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10,48</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51</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16,56</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b="1" dirty="0">
                          <a:solidFill>
                            <a:srgbClr val="FF0000"/>
                          </a:solidFill>
                          <a:latin typeface="Calibri Light" panose="020F0302020204030204" pitchFamily="34" charset="0"/>
                          <a:ea typeface="Calibri"/>
                          <a:cs typeface="Calibri Light" panose="020F0302020204030204" pitchFamily="34" charset="0"/>
                        </a:rPr>
                        <a:t>+6,08</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89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Noul Partid Democratic</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2589597</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17,48</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29</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9,4</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-8,08</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89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Verzii</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664068</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4,48</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8926">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Independenți</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81860</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cs typeface="Calibri Light" panose="020F0302020204030204" pitchFamily="34" charset="0"/>
                        </a:rPr>
                        <a:t>0,55</a:t>
                      </a: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1</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0,32</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-0,23</a:t>
                      </a: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28926">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ro-RO" sz="1600" b="1" dirty="0">
                          <a:solidFill>
                            <a:schemeClr val="tx1"/>
                          </a:solidFill>
                          <a:effectLst/>
                          <a:latin typeface="Calibri Light" panose="020F0302020204030204" pitchFamily="34" charset="0"/>
                          <a:cs typeface="Calibri Light" panose="020F0302020204030204" pitchFamily="34" charset="0"/>
                        </a:rPr>
                        <a:t>Voturi valide</a:t>
                      </a:r>
                      <a:endParaRPr lang="ro-RO" sz="1600" b="1"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ro-RO" sz="1600" b="1" dirty="0">
                          <a:latin typeface="Calibri Light" panose="020F0302020204030204" pitchFamily="34" charset="0"/>
                          <a:cs typeface="Calibri Light" panose="020F0302020204030204" pitchFamily="34" charset="0"/>
                        </a:rPr>
                        <a:t>14817159</a:t>
                      </a:r>
                      <a:endParaRPr lang="ro-RO" sz="1600" b="1"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ro-RO" sz="1600" b="1" dirty="0">
                          <a:latin typeface="Calibri Light" panose="020F0302020204030204" pitchFamily="34" charset="0"/>
                          <a:cs typeface="Calibri Light" panose="020F0302020204030204" pitchFamily="34" charset="0"/>
                        </a:rPr>
                        <a:t>64.7</a:t>
                      </a:r>
                      <a:endParaRPr lang="ro-RO" sz="1600" b="1"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37" marR="647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D0B3105-FA71-4B6B-A35A-EB7B1E3DD777}"/>
              </a:ext>
            </a:extLst>
          </p:cNvPr>
          <p:cNvSpPr>
            <a:spLocks noGrp="1" noChangeArrowheads="1"/>
          </p:cNvSpPr>
          <p:nvPr>
            <p:ph type="title"/>
          </p:nvPr>
        </p:nvSpPr>
        <p:spPr>
          <a:xfrm>
            <a:off x="2208213" y="404813"/>
            <a:ext cx="7772400" cy="571500"/>
          </a:xfrm>
        </p:spPr>
        <p:txBody>
          <a:bodyPr/>
          <a:lstStyle/>
          <a:p>
            <a:pPr eaLnBrk="1" hangingPunct="1"/>
            <a:r>
              <a:rPr lang="ro-RO" altLang="ro-RO" sz="3200" b="1"/>
              <a:t>Alegerile din Canada din 2008</a:t>
            </a:r>
          </a:p>
        </p:txBody>
      </p:sp>
      <p:graphicFrame>
        <p:nvGraphicFramePr>
          <p:cNvPr id="4" name="Tableau 3">
            <a:extLst>
              <a:ext uri="{FF2B5EF4-FFF2-40B4-BE49-F238E27FC236}">
                <a16:creationId xmlns:a16="http://schemas.microsoft.com/office/drawing/2014/main" id="{F4593BF3-3AC1-4FBD-8537-15002564522C}"/>
              </a:ext>
            </a:extLst>
          </p:cNvPr>
          <p:cNvGraphicFramePr>
            <a:graphicFrameLocks noGrp="1"/>
          </p:cNvGraphicFramePr>
          <p:nvPr/>
        </p:nvGraphicFramePr>
        <p:xfrm>
          <a:off x="1847851" y="1477963"/>
          <a:ext cx="8494713" cy="3071812"/>
        </p:xfrm>
        <a:graphic>
          <a:graphicData uri="http://schemas.openxmlformats.org/drawingml/2006/table">
            <a:tbl>
              <a:tblPr/>
              <a:tblGrid>
                <a:gridCol w="4114291">
                  <a:extLst>
                    <a:ext uri="{9D8B030D-6E8A-4147-A177-3AD203B41FA5}">
                      <a16:colId xmlns:a16="http://schemas.microsoft.com/office/drawing/2014/main" val="20000"/>
                    </a:ext>
                  </a:extLst>
                </a:gridCol>
                <a:gridCol w="1183425">
                  <a:extLst>
                    <a:ext uri="{9D8B030D-6E8A-4147-A177-3AD203B41FA5}">
                      <a16:colId xmlns:a16="http://schemas.microsoft.com/office/drawing/2014/main" val="20001"/>
                    </a:ext>
                  </a:extLst>
                </a:gridCol>
                <a:gridCol w="592129">
                  <a:extLst>
                    <a:ext uri="{9D8B030D-6E8A-4147-A177-3AD203B41FA5}">
                      <a16:colId xmlns:a16="http://schemas.microsoft.com/office/drawing/2014/main" val="20002"/>
                    </a:ext>
                  </a:extLst>
                </a:gridCol>
                <a:gridCol w="734738">
                  <a:extLst>
                    <a:ext uri="{9D8B030D-6E8A-4147-A177-3AD203B41FA5}">
                      <a16:colId xmlns:a16="http://schemas.microsoft.com/office/drawing/2014/main" val="20003"/>
                    </a:ext>
                  </a:extLst>
                </a:gridCol>
                <a:gridCol w="576051">
                  <a:extLst>
                    <a:ext uri="{9D8B030D-6E8A-4147-A177-3AD203B41FA5}">
                      <a16:colId xmlns:a16="http://schemas.microsoft.com/office/drawing/2014/main" val="20004"/>
                    </a:ext>
                  </a:extLst>
                </a:gridCol>
                <a:gridCol w="1294080">
                  <a:extLst>
                    <a:ext uri="{9D8B030D-6E8A-4147-A177-3AD203B41FA5}">
                      <a16:colId xmlns:a16="http://schemas.microsoft.com/office/drawing/2014/main" val="20005"/>
                    </a:ext>
                  </a:extLst>
                </a:gridCol>
              </a:tblGrid>
              <a:tr h="393432">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Partide sau alianțe</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Voturi </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Locuri</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Diferență %</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9365">
                <a:tc>
                  <a:txBody>
                    <a:bodyPr/>
                    <a:lstStyle/>
                    <a:p>
                      <a:pP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Partidul Conservator</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cs typeface="Calibri Light" panose="020F0302020204030204" pitchFamily="34" charset="0"/>
                        </a:rPr>
                        <a:t>5.208.796</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cs typeface="Calibri Light" panose="020F0302020204030204" pitchFamily="34" charset="0"/>
                        </a:rPr>
                        <a:t>37,65</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cs typeface="Calibri Light" panose="020F0302020204030204" pitchFamily="34" charset="0"/>
                        </a:rPr>
                        <a:t>143</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solidFill>
                            <a:schemeClr val="tx1"/>
                          </a:solidFill>
                          <a:latin typeface="Calibri Light" panose="020F0302020204030204" pitchFamily="34" charset="0"/>
                          <a:cs typeface="Calibri Light" panose="020F0302020204030204" pitchFamily="34" charset="0"/>
                        </a:rPr>
                        <a:t>46,4</a:t>
                      </a:r>
                      <a:endParaRPr lang="ro-RO" sz="1600" b="1" dirty="0">
                        <a:solidFill>
                          <a:schemeClr val="tx1"/>
                        </a:solidFill>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solidFill>
                            <a:srgbClr val="FF0000"/>
                          </a:solidFill>
                          <a:latin typeface="Calibri Light" panose="020F0302020204030204" pitchFamily="34" charset="0"/>
                          <a:ea typeface="Calibri"/>
                          <a:cs typeface="Calibri Light" panose="020F0302020204030204" pitchFamily="34" charset="0"/>
                        </a:rPr>
                        <a:t>8,75</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5391">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Partidul Liberal</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3.633.185</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26,26</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ro-RO" sz="1600" dirty="0">
                          <a:latin typeface="Calibri Light" panose="020F0302020204030204" pitchFamily="34" charset="0"/>
                          <a:cs typeface="Calibri Light" panose="020F0302020204030204" pitchFamily="34" charset="0"/>
                        </a:rPr>
                        <a:t>77</a:t>
                      </a:r>
                    </a:p>
                  </a:txBody>
                  <a:tcPr marL="91431" marR="91431" marT="45739" marB="457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ro-RO" sz="1600" dirty="0">
                          <a:latin typeface="Calibri Light" panose="020F0302020204030204" pitchFamily="34" charset="0"/>
                          <a:cs typeface="Calibri Light" panose="020F0302020204030204" pitchFamily="34" charset="0"/>
                        </a:rPr>
                        <a:t>25,0</a:t>
                      </a:r>
                    </a:p>
                  </a:txBody>
                  <a:tcPr marL="91431" marR="91431" marT="45739" marB="457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-1,26</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8013">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Noul Partid Democratic</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2.515.561</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18,18</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37</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12,0</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-6,18</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8013">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Blocul din Quebec</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1.379.991</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9,98</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40</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15,9</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-5,92</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199">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Verzii</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937.613</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cs typeface="Calibri Light" panose="020F0302020204030204" pitchFamily="34" charset="0"/>
                        </a:rPr>
                        <a:t>6,78</a:t>
                      </a: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199">
                <a:tc>
                  <a:txBody>
                    <a:bodyPr/>
                    <a:lstStyle/>
                    <a:p>
                      <a:pPr>
                        <a:lnSpc>
                          <a:spcPct val="150000"/>
                        </a:lnSpc>
                        <a:spcAft>
                          <a:spcPts val="0"/>
                        </a:spcAft>
                      </a:pPr>
                      <a:r>
                        <a:rPr lang="ro-RO" sz="1600" b="0" dirty="0">
                          <a:latin typeface="Calibri Light" panose="020F0302020204030204" pitchFamily="34" charset="0"/>
                          <a:ea typeface="Calibri"/>
                          <a:cs typeface="Calibri Light" panose="020F0302020204030204" pitchFamily="34" charset="0"/>
                        </a:rPr>
                        <a:t>Independenți</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ro-RO" sz="1600" dirty="0">
                          <a:latin typeface="Calibri Light" panose="020F0302020204030204" pitchFamily="34" charset="0"/>
                          <a:cs typeface="Calibri Light" panose="020F0302020204030204" pitchFamily="34" charset="0"/>
                        </a:rPr>
                        <a:t>94.844</a:t>
                      </a:r>
                    </a:p>
                  </a:txBody>
                  <a:tcPr marL="91431" marR="91431" marT="45739" marB="457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ro-RO" sz="1600" dirty="0">
                          <a:latin typeface="Calibri Light" panose="020F0302020204030204" pitchFamily="34" charset="0"/>
                          <a:cs typeface="Calibri Light" panose="020F0302020204030204" pitchFamily="34" charset="0"/>
                        </a:rPr>
                        <a:t>0,69</a:t>
                      </a:r>
                    </a:p>
                  </a:txBody>
                  <a:tcPr marL="91431" marR="91431" marT="45739" marB="457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2</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0,6</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dirty="0">
                          <a:latin typeface="Calibri Light" panose="020F0302020204030204" pitchFamily="34" charset="0"/>
                          <a:ea typeface="Calibri"/>
                          <a:cs typeface="Calibri Light" panose="020F0302020204030204" pitchFamily="34" charset="0"/>
                        </a:rPr>
                        <a:t>-0,1</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29199">
                <a:tc>
                  <a:txBody>
                    <a:bodyPr/>
                    <a:lstStyle/>
                    <a:p>
                      <a:pPr algn="l">
                        <a:lnSpc>
                          <a:spcPct val="150000"/>
                        </a:lnSpc>
                        <a:spcAft>
                          <a:spcPts val="0"/>
                        </a:spcAft>
                      </a:pPr>
                      <a:r>
                        <a:rPr lang="ro-RO" sz="1600" b="1" dirty="0">
                          <a:solidFill>
                            <a:schemeClr val="tx1"/>
                          </a:solidFill>
                          <a:latin typeface="Calibri Light" panose="020F0302020204030204" pitchFamily="34" charset="0"/>
                          <a:ea typeface="Calibri"/>
                          <a:cs typeface="Calibri Light" panose="020F0302020204030204" pitchFamily="34" charset="0"/>
                        </a:rPr>
                        <a:t>Voturi valide</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cs typeface="Calibri Light" panose="020F0302020204030204" pitchFamily="34" charset="0"/>
                        </a:rPr>
                        <a:t>13.834.294</a:t>
                      </a:r>
                      <a:endParaRPr lang="ro-RO" sz="1600" b="1"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ro-RO" sz="1600" b="1" dirty="0">
                          <a:latin typeface="Calibri Light" panose="020F0302020204030204" pitchFamily="34" charset="0"/>
                          <a:ea typeface="Calibri"/>
                          <a:cs typeface="Calibri Light" panose="020F0302020204030204" pitchFamily="34" charset="0"/>
                        </a:rPr>
                        <a:t>58.8</a:t>
                      </a: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ro-RO" sz="1600" dirty="0">
                        <a:latin typeface="Calibri Light" panose="020F0302020204030204" pitchFamily="34" charset="0"/>
                        <a:ea typeface="Calibri"/>
                        <a:cs typeface="Calibri Light" panose="020F0302020204030204" pitchFamily="34" charset="0"/>
                      </a:endParaRPr>
                    </a:p>
                  </a:txBody>
                  <a:tcPr marL="64729" marR="647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E3D6D32-03B2-4AA4-8C3B-C937DF6FBE79}"/>
              </a:ext>
            </a:extLst>
          </p:cNvPr>
          <p:cNvSpPr>
            <a:spLocks noGrp="1" noChangeArrowheads="1"/>
          </p:cNvSpPr>
          <p:nvPr>
            <p:ph type="title"/>
          </p:nvPr>
        </p:nvSpPr>
        <p:spPr>
          <a:xfrm>
            <a:off x="2208213" y="404813"/>
            <a:ext cx="7772400" cy="571500"/>
          </a:xfrm>
        </p:spPr>
        <p:txBody>
          <a:bodyPr/>
          <a:lstStyle/>
          <a:p>
            <a:pPr eaLnBrk="1" hangingPunct="1"/>
            <a:r>
              <a:rPr lang="ro-RO" altLang="ro-RO" sz="3200" b="1"/>
              <a:t>Alegerile din Canada din 2011</a:t>
            </a:r>
          </a:p>
        </p:txBody>
      </p:sp>
      <p:graphicFrame>
        <p:nvGraphicFramePr>
          <p:cNvPr id="4" name="Tableau 3">
            <a:extLst>
              <a:ext uri="{FF2B5EF4-FFF2-40B4-BE49-F238E27FC236}">
                <a16:creationId xmlns:a16="http://schemas.microsoft.com/office/drawing/2014/main" id="{5F611A8A-6E84-4A5B-85B0-EC99B5B5BCC3}"/>
              </a:ext>
            </a:extLst>
          </p:cNvPr>
          <p:cNvGraphicFramePr>
            <a:graphicFrameLocks noGrp="1"/>
          </p:cNvGraphicFramePr>
          <p:nvPr/>
        </p:nvGraphicFramePr>
        <p:xfrm>
          <a:off x="1919288" y="1484314"/>
          <a:ext cx="8496300" cy="3794125"/>
        </p:xfrm>
        <a:graphic>
          <a:graphicData uri="http://schemas.openxmlformats.org/drawingml/2006/table">
            <a:tbl>
              <a:tblPr/>
              <a:tblGrid>
                <a:gridCol w="3455987">
                  <a:extLst>
                    <a:ext uri="{9D8B030D-6E8A-4147-A177-3AD203B41FA5}">
                      <a16:colId xmlns:a16="http://schemas.microsoft.com/office/drawing/2014/main" val="648123878"/>
                    </a:ext>
                  </a:extLst>
                </a:gridCol>
                <a:gridCol w="1368425">
                  <a:extLst>
                    <a:ext uri="{9D8B030D-6E8A-4147-A177-3AD203B41FA5}">
                      <a16:colId xmlns:a16="http://schemas.microsoft.com/office/drawing/2014/main" val="2324251718"/>
                    </a:ext>
                  </a:extLst>
                </a:gridCol>
                <a:gridCol w="1008063">
                  <a:extLst>
                    <a:ext uri="{9D8B030D-6E8A-4147-A177-3AD203B41FA5}">
                      <a16:colId xmlns:a16="http://schemas.microsoft.com/office/drawing/2014/main" val="1940199132"/>
                    </a:ext>
                  </a:extLst>
                </a:gridCol>
                <a:gridCol w="647700">
                  <a:extLst>
                    <a:ext uri="{9D8B030D-6E8A-4147-A177-3AD203B41FA5}">
                      <a16:colId xmlns:a16="http://schemas.microsoft.com/office/drawing/2014/main" val="3160353982"/>
                    </a:ext>
                  </a:extLst>
                </a:gridCol>
                <a:gridCol w="649287">
                  <a:extLst>
                    <a:ext uri="{9D8B030D-6E8A-4147-A177-3AD203B41FA5}">
                      <a16:colId xmlns:a16="http://schemas.microsoft.com/office/drawing/2014/main" val="3594933431"/>
                    </a:ext>
                  </a:extLst>
                </a:gridCol>
                <a:gridCol w="1366838">
                  <a:extLst>
                    <a:ext uri="{9D8B030D-6E8A-4147-A177-3AD203B41FA5}">
                      <a16:colId xmlns:a16="http://schemas.microsoft.com/office/drawing/2014/main" val="2968104612"/>
                    </a:ext>
                  </a:extLst>
                </a:gridCol>
              </a:tblGrid>
              <a:tr h="4095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Partide sau alianțe</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Voturi </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Locuri</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Diferenţă %</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2325995"/>
                  </a:ext>
                </a:extLst>
              </a:tr>
              <a:tr h="693738">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Partidul Conservator</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5,832,401</a:t>
                      </a:r>
                    </a:p>
                    <a:p>
                      <a:pPr marL="0" marR="0" lvl="0" indent="0" algn="ctr" defTabSz="914400" rtl="0" eaLnBrk="1" fontAlgn="base" latinLnBrk="0" hangingPunct="1">
                        <a:lnSpc>
                          <a:spcPct val="150000"/>
                        </a:lnSpc>
                        <a:spcBef>
                          <a:spcPct val="0"/>
                        </a:spcBef>
                        <a:spcAft>
                          <a:spcPct val="0"/>
                        </a:spcAft>
                        <a:buClrTx/>
                        <a:buSzTx/>
                        <a:buFontTx/>
                        <a:buNone/>
                        <a:tabLst/>
                      </a:pPr>
                      <a:endPar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39.62</a:t>
                      </a:r>
                      <a:endPar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166</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53.90</a:t>
                      </a:r>
                      <a:endParaRPr kumimoji="0" lang="ro-RO" altLang="ro-RO" sz="1600" b="1" i="0" u="none" strike="noStrike" cap="none" normalizeH="0" baseline="0">
                        <a:ln>
                          <a:noFill/>
                        </a:ln>
                        <a:solidFill>
                          <a:srgbClr val="FF0000"/>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rgbClr val="FF0000"/>
                          </a:solidFill>
                          <a:effectLst/>
                          <a:latin typeface="Calibri Light" panose="020F0302020204030204" pitchFamily="34" charset="0"/>
                          <a:ea typeface="Calibri" panose="020F0502020204030204" pitchFamily="34" charset="0"/>
                          <a:cs typeface="Calibri Light" panose="020F0302020204030204" pitchFamily="34" charset="0"/>
                        </a:rPr>
                        <a:t>14,28</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32694"/>
                  </a:ext>
                </a:extLst>
              </a:tr>
              <a:tr h="47625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Noul Partid Democratic</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4,508,474</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33.44</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103</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30.6</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-2,84</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9344034"/>
                  </a:ext>
                </a:extLst>
              </a:tr>
              <a:tr h="41910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Partidul Liberal</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2,783,175</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18.91</a:t>
                      </a:r>
                      <a:endPar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34</a:t>
                      </a: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11.04</a:t>
                      </a: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-7.87</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9686000"/>
                  </a:ext>
                </a:extLst>
              </a:tr>
              <a:tr h="693738">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Blocul din Quebec</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889,788</a:t>
                      </a:r>
                    </a:p>
                    <a:p>
                      <a:pPr marL="0" marR="0" lvl="0" indent="0" algn="ctr" defTabSz="914400" rtl="0" eaLnBrk="1" fontAlgn="base" latinLnBrk="0" hangingPunct="1">
                        <a:lnSpc>
                          <a:spcPct val="150000"/>
                        </a:lnSpc>
                        <a:spcBef>
                          <a:spcPct val="0"/>
                        </a:spcBef>
                        <a:spcAft>
                          <a:spcPct val="0"/>
                        </a:spcAft>
                        <a:buClrTx/>
                        <a:buSzTx/>
                        <a:buFontTx/>
                        <a:buNone/>
                        <a:tabLst/>
                      </a:pP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6.04</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4</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1.30</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−4,74</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0083219"/>
                  </a:ext>
                </a:extLst>
              </a:tr>
              <a:tr h="40640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Verzii</a:t>
                      </a: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576,221</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3,90</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1</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0.32%</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−2,30</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5959194"/>
                  </a:ext>
                </a:extLst>
              </a:tr>
              <a:tr h="693738">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Times New Roman" panose="02020603050405020304" pitchFamily="18" charset="0"/>
                        </a:rPr>
                        <a:t>Voturi valide</a:t>
                      </a:r>
                      <a:endParaRPr kumimoji="0" lang="ro-RO" altLang="ro-RO"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p>
                      <a:pPr marL="0" marR="0" lvl="0" indent="0" algn="l" defTabSz="914400" rtl="0" eaLnBrk="1" fontAlgn="base" latinLnBrk="0" hangingPunct="1">
                        <a:lnSpc>
                          <a:spcPct val="150000"/>
                        </a:lnSpc>
                        <a:spcBef>
                          <a:spcPct val="0"/>
                        </a:spcBef>
                        <a:spcAft>
                          <a:spcPct val="0"/>
                        </a:spcAft>
                        <a:buClrTx/>
                        <a:buSzTx/>
                        <a:buFontTx/>
                        <a:buNone/>
                        <a:tabLst/>
                      </a:pP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14.720.580</a:t>
                      </a: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ro-RO" altLang="ro-RO" sz="1600" b="1"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61.1</a:t>
                      </a:r>
                      <a:endParaRPr kumimoji="0" lang="ro-RO" altLang="ro-RO" sz="1600" b="1"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endParaRPr kumimoji="0" lang="ro-RO" altLang="ro-RO" sz="1600" b="0" i="0" u="none" strike="noStrike" cap="none" normalizeH="0" baseline="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pPr>
                      <a:endPar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ro-RO" altLang="ro-RO" sz="1600" b="0" i="0" u="none" strike="noStrike" cap="none" normalizeH="0" baseline="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64731" marR="64731"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135053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8466ADE-D567-435C-B3C4-E9A00BF4BBD0}"/>
              </a:ext>
            </a:extLst>
          </p:cNvPr>
          <p:cNvSpPr txBox="1">
            <a:spLocks noChangeArrowheads="1"/>
          </p:cNvSpPr>
          <p:nvPr/>
        </p:nvSpPr>
        <p:spPr>
          <a:xfrm>
            <a:off x="2208213" y="404813"/>
            <a:ext cx="7772400" cy="5715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defRPr/>
            </a:pPr>
            <a:r>
              <a:rPr lang="ro-RO" altLang="ro-RO" sz="3200" b="1" kern="0" dirty="0"/>
              <a:t>Alegerile din Canada din 2015</a:t>
            </a:r>
          </a:p>
        </p:txBody>
      </p:sp>
      <p:graphicFrame>
        <p:nvGraphicFramePr>
          <p:cNvPr id="4" name="Tabel 3">
            <a:extLst>
              <a:ext uri="{FF2B5EF4-FFF2-40B4-BE49-F238E27FC236}">
                <a16:creationId xmlns:a16="http://schemas.microsoft.com/office/drawing/2014/main" id="{196F01DE-B27B-47D1-BBBA-D64A2CB228BA}"/>
              </a:ext>
            </a:extLst>
          </p:cNvPr>
          <p:cNvGraphicFramePr>
            <a:graphicFrameLocks noGrp="1"/>
          </p:cNvGraphicFramePr>
          <p:nvPr/>
        </p:nvGraphicFramePr>
        <p:xfrm>
          <a:off x="1919288" y="1989139"/>
          <a:ext cx="8424862" cy="3082925"/>
        </p:xfrm>
        <a:graphic>
          <a:graphicData uri="http://schemas.openxmlformats.org/drawingml/2006/table">
            <a:tbl>
              <a:tblPr firstRow="1" firstCol="1" bandRow="1">
                <a:tableStyleId>{5C22544A-7EE6-4342-B048-85BDC9FD1C3A}</a:tableStyleId>
              </a:tblPr>
              <a:tblGrid>
                <a:gridCol w="2377064">
                  <a:extLst>
                    <a:ext uri="{9D8B030D-6E8A-4147-A177-3AD203B41FA5}">
                      <a16:colId xmlns:a16="http://schemas.microsoft.com/office/drawing/2014/main" val="20000"/>
                    </a:ext>
                  </a:extLst>
                </a:gridCol>
                <a:gridCol w="1348526">
                  <a:extLst>
                    <a:ext uri="{9D8B030D-6E8A-4147-A177-3AD203B41FA5}">
                      <a16:colId xmlns:a16="http://schemas.microsoft.com/office/drawing/2014/main" val="20001"/>
                    </a:ext>
                  </a:extLst>
                </a:gridCol>
                <a:gridCol w="811401">
                  <a:extLst>
                    <a:ext uri="{9D8B030D-6E8A-4147-A177-3AD203B41FA5}">
                      <a16:colId xmlns:a16="http://schemas.microsoft.com/office/drawing/2014/main" val="20002"/>
                    </a:ext>
                  </a:extLst>
                </a:gridCol>
                <a:gridCol w="1187771">
                  <a:extLst>
                    <a:ext uri="{9D8B030D-6E8A-4147-A177-3AD203B41FA5}">
                      <a16:colId xmlns:a16="http://schemas.microsoft.com/office/drawing/2014/main" val="20003"/>
                    </a:ext>
                  </a:extLst>
                </a:gridCol>
                <a:gridCol w="1187771">
                  <a:extLst>
                    <a:ext uri="{9D8B030D-6E8A-4147-A177-3AD203B41FA5}">
                      <a16:colId xmlns:a16="http://schemas.microsoft.com/office/drawing/2014/main" val="20004"/>
                    </a:ext>
                  </a:extLst>
                </a:gridCol>
                <a:gridCol w="1512330">
                  <a:extLst>
                    <a:ext uri="{9D8B030D-6E8A-4147-A177-3AD203B41FA5}">
                      <a16:colId xmlns:a16="http://schemas.microsoft.com/office/drawing/2014/main" val="20005"/>
                    </a:ext>
                  </a:extLst>
                </a:gridCol>
              </a:tblGrid>
              <a:tr h="645827">
                <a:tc>
                  <a:txBody>
                    <a:bodyPr/>
                    <a:lstStyle/>
                    <a:p>
                      <a:pPr algn="ctr">
                        <a:lnSpc>
                          <a:spcPct val="150000"/>
                        </a:lnSpc>
                        <a:spcAft>
                          <a:spcPts val="0"/>
                        </a:spcAft>
                      </a:pPr>
                      <a:r>
                        <a:rPr lang="ro-RO" sz="1600" dirty="0">
                          <a:solidFill>
                            <a:schemeClr val="tx1"/>
                          </a:solidFill>
                          <a:effectLst/>
                        </a:rPr>
                        <a:t>Partide sau alianțe</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Voturi</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Locuri</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Diferență %</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8974">
                <a:tc>
                  <a:txBody>
                    <a:bodyPr/>
                    <a:lstStyle/>
                    <a:p>
                      <a:pPr algn="just">
                        <a:lnSpc>
                          <a:spcPct val="150000"/>
                        </a:lnSpc>
                        <a:spcAft>
                          <a:spcPts val="0"/>
                        </a:spcAft>
                      </a:pPr>
                      <a:r>
                        <a:rPr lang="ro-RO" sz="1600" dirty="0">
                          <a:solidFill>
                            <a:schemeClr val="tx1"/>
                          </a:solidFill>
                          <a:effectLst/>
                        </a:rPr>
                        <a:t>Partidul Liberal</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6.942.937</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39.47</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184</a:t>
                      </a:r>
                      <a:endParaRPr lang="ro-RO" sz="1600" b="1" dirty="0">
                        <a:solidFill>
                          <a:schemeClr val="tx1"/>
                        </a:solidFill>
                        <a:effectLst/>
                        <a:latin typeface="Times New Roman" panose="02020603050405020304" pitchFamily="18" charset="0"/>
                        <a:ea typeface="Calibri" panose="020F0502020204030204" pitchFamily="34" charset="0"/>
                      </a:endParaRPr>
                    </a:p>
                  </a:txBody>
                  <a:tcPr marL="12700" marR="12700" marT="6349" marB="63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54.44</a:t>
                      </a:r>
                      <a:endParaRPr lang="ro-RO" sz="1600" b="1" dirty="0">
                        <a:solidFill>
                          <a:schemeClr val="tx1"/>
                        </a:solidFill>
                        <a:effectLst/>
                        <a:latin typeface="Times New Roman" panose="02020603050405020304" pitchFamily="18" charset="0"/>
                        <a:ea typeface="Calibri" panose="020F0502020204030204" pitchFamily="34" charset="0"/>
                      </a:endParaRPr>
                    </a:p>
                  </a:txBody>
                  <a:tcPr marL="12700" marR="12700" marT="6349" marB="63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u="none" dirty="0">
                          <a:solidFill>
                            <a:srgbClr val="FF0000"/>
                          </a:solidFill>
                          <a:effectLst/>
                        </a:rPr>
                        <a:t>14,97</a:t>
                      </a:r>
                      <a:endParaRPr lang="ro-RO" sz="1600" b="1" u="none" dirty="0">
                        <a:solidFill>
                          <a:srgbClr val="FF0000"/>
                        </a:solidFill>
                        <a:effectLst/>
                        <a:latin typeface="Times New Roman" panose="02020603050405020304" pitchFamily="18" charset="0"/>
                        <a:ea typeface="Calibri" panose="020F0502020204030204" pitchFamily="34" charset="0"/>
                      </a:endParaRPr>
                    </a:p>
                  </a:txBody>
                  <a:tcPr marL="12700" marR="12700" marT="6349" marB="63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8974">
                <a:tc>
                  <a:txBody>
                    <a:bodyPr/>
                    <a:lstStyle/>
                    <a:p>
                      <a:pPr algn="just">
                        <a:lnSpc>
                          <a:spcPct val="150000"/>
                        </a:lnSpc>
                        <a:spcAft>
                          <a:spcPts val="0"/>
                        </a:spcAft>
                      </a:pPr>
                      <a:r>
                        <a:rPr lang="ro-RO" sz="1600" b="0" dirty="0">
                          <a:solidFill>
                            <a:schemeClr val="tx1"/>
                          </a:solidFill>
                          <a:effectLst/>
                        </a:rPr>
                        <a:t>Partidul Conservator</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5.613.633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31.91</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99</a:t>
                      </a:r>
                      <a:endParaRPr lang="ro-RO" sz="1600" dirty="0">
                        <a:solidFill>
                          <a:schemeClr val="tx1"/>
                        </a:solidFill>
                        <a:effectLst/>
                        <a:latin typeface="Times New Roman" panose="02020603050405020304" pitchFamily="18" charset="0"/>
                        <a:ea typeface="Calibri" panose="020F0502020204030204" pitchFamily="34" charset="0"/>
                      </a:endParaRPr>
                    </a:p>
                  </a:txBody>
                  <a:tcPr marL="12700" marR="12700" marT="6349" marB="63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29.29</a:t>
                      </a:r>
                      <a:endParaRPr lang="ro-RO" sz="1600" dirty="0">
                        <a:solidFill>
                          <a:schemeClr val="tx1"/>
                        </a:solidFill>
                        <a:effectLst/>
                        <a:latin typeface="Times New Roman" panose="02020603050405020304" pitchFamily="18" charset="0"/>
                        <a:ea typeface="Calibri" panose="020F0502020204030204" pitchFamily="34" charset="0"/>
                      </a:endParaRPr>
                    </a:p>
                  </a:txBody>
                  <a:tcPr marL="12700" marR="12700" marT="6349" marB="63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- 2,62</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8974">
                <a:tc>
                  <a:txBody>
                    <a:bodyPr/>
                    <a:lstStyle/>
                    <a:p>
                      <a:pPr algn="just">
                        <a:lnSpc>
                          <a:spcPct val="150000"/>
                        </a:lnSpc>
                        <a:spcAft>
                          <a:spcPts val="0"/>
                        </a:spcAft>
                      </a:pPr>
                      <a:r>
                        <a:rPr lang="ro-RO" sz="1600" b="0" dirty="0">
                          <a:solidFill>
                            <a:schemeClr val="tx1"/>
                          </a:solidFill>
                          <a:effectLst/>
                        </a:rPr>
                        <a:t>Noul Partid Democratic</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3.469.368</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19.73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44</a:t>
                      </a:r>
                      <a:endParaRPr lang="ro-RO" sz="1600" dirty="0">
                        <a:solidFill>
                          <a:schemeClr val="tx1"/>
                        </a:solidFill>
                        <a:effectLst/>
                        <a:latin typeface="Times New Roman" panose="02020603050405020304" pitchFamily="18" charset="0"/>
                        <a:ea typeface="Calibri" panose="020F0502020204030204" pitchFamily="34" charset="0"/>
                      </a:endParaRPr>
                    </a:p>
                  </a:txBody>
                  <a:tcPr marL="12700" marR="12700" marT="6349" marB="63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13.02</a:t>
                      </a:r>
                      <a:endParaRPr lang="ro-RO" sz="1600" dirty="0">
                        <a:solidFill>
                          <a:schemeClr val="tx1"/>
                        </a:solidFill>
                        <a:effectLst/>
                        <a:latin typeface="Times New Roman" panose="02020603050405020304" pitchFamily="18" charset="0"/>
                        <a:ea typeface="Calibri" panose="020F0502020204030204" pitchFamily="34" charset="0"/>
                      </a:endParaRPr>
                    </a:p>
                  </a:txBody>
                  <a:tcPr marL="12700" marR="12700" marT="6349" marB="63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-2,84</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527">
                <a:tc>
                  <a:txBody>
                    <a:bodyPr/>
                    <a:lstStyle/>
                    <a:p>
                      <a:pPr algn="just">
                        <a:lnSpc>
                          <a:spcPct val="150000"/>
                        </a:lnSpc>
                        <a:spcAft>
                          <a:spcPts val="0"/>
                        </a:spcAft>
                      </a:pPr>
                      <a:r>
                        <a:rPr lang="ro-RO" sz="1600" b="0" dirty="0">
                          <a:solidFill>
                            <a:schemeClr val="tx1"/>
                          </a:solidFill>
                          <a:effectLst/>
                        </a:rPr>
                        <a:t>Blocul din Quebec</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821.144</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4.67</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10</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2.96</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-1,51</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0336">
                <a:tc>
                  <a:txBody>
                    <a:bodyPr/>
                    <a:lstStyle/>
                    <a:p>
                      <a:pPr algn="just">
                        <a:lnSpc>
                          <a:spcPct val="150000"/>
                        </a:lnSpc>
                        <a:spcAft>
                          <a:spcPts val="0"/>
                        </a:spcAft>
                      </a:pPr>
                      <a:r>
                        <a:rPr lang="ro-RO" sz="1600" b="0" dirty="0">
                          <a:solidFill>
                            <a:schemeClr val="tx1"/>
                          </a:solidFill>
                          <a:effectLst/>
                        </a:rPr>
                        <a:t>Verzii		</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602.933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3.43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1</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0.3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dirty="0">
                          <a:solidFill>
                            <a:schemeClr val="tx1"/>
                          </a:solidFill>
                          <a:effectLst/>
                        </a:rPr>
                        <a:t>-3,13</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4314">
                <a:tc>
                  <a:txBody>
                    <a:bodyPr/>
                    <a:lstStyle/>
                    <a:p>
                      <a:pPr algn="just">
                        <a:lnSpc>
                          <a:spcPct val="150000"/>
                        </a:lnSpc>
                        <a:spcAft>
                          <a:spcPts val="0"/>
                        </a:spcAft>
                      </a:pPr>
                      <a:r>
                        <a:rPr lang="ro-RO" sz="1600" b="1" dirty="0">
                          <a:solidFill>
                            <a:schemeClr val="tx1"/>
                          </a:solidFill>
                          <a:effectLst/>
                        </a:rPr>
                        <a:t>Voturi valide</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17,591.468</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68.3%</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dirty="0">
                          <a:solidFill>
                            <a:schemeClr val="tx1"/>
                          </a:solidFill>
                          <a:effectLst/>
                        </a:rPr>
                        <a:t> </a:t>
                      </a:r>
                      <a:endParaRPr lang="ro-RO" sz="160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5C244DB-7605-4F55-9153-057747ADF21B}"/>
              </a:ext>
            </a:extLst>
          </p:cNvPr>
          <p:cNvSpPr txBox="1">
            <a:spLocks noChangeArrowheads="1"/>
          </p:cNvSpPr>
          <p:nvPr/>
        </p:nvSpPr>
        <p:spPr>
          <a:xfrm>
            <a:off x="2208213" y="404813"/>
            <a:ext cx="7772400" cy="5715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defRPr/>
            </a:pPr>
            <a:r>
              <a:rPr lang="ro-RO" altLang="ro-RO" sz="3200" b="1" kern="0" dirty="0"/>
              <a:t>Alegerile din Canada din 2019</a:t>
            </a:r>
          </a:p>
        </p:txBody>
      </p:sp>
      <p:graphicFrame>
        <p:nvGraphicFramePr>
          <p:cNvPr id="3" name="Tabel 2">
            <a:extLst>
              <a:ext uri="{FF2B5EF4-FFF2-40B4-BE49-F238E27FC236}">
                <a16:creationId xmlns:a16="http://schemas.microsoft.com/office/drawing/2014/main" id="{10F3E52F-3891-4994-8000-C86802403969}"/>
              </a:ext>
            </a:extLst>
          </p:cNvPr>
          <p:cNvGraphicFramePr>
            <a:graphicFrameLocks noGrp="1"/>
          </p:cNvGraphicFramePr>
          <p:nvPr/>
        </p:nvGraphicFramePr>
        <p:xfrm>
          <a:off x="2135188" y="1628776"/>
          <a:ext cx="8221662" cy="4537075"/>
        </p:xfrm>
        <a:graphic>
          <a:graphicData uri="http://schemas.openxmlformats.org/drawingml/2006/table">
            <a:tbl>
              <a:tblPr firstRow="1" firstCol="1" bandRow="1">
                <a:tableStyleId>{5C22544A-7EE6-4342-B048-85BDC9FD1C3A}</a:tableStyleId>
              </a:tblPr>
              <a:tblGrid>
                <a:gridCol w="2268041">
                  <a:extLst>
                    <a:ext uri="{9D8B030D-6E8A-4147-A177-3AD203B41FA5}">
                      <a16:colId xmlns:a16="http://schemas.microsoft.com/office/drawing/2014/main" val="20000"/>
                    </a:ext>
                  </a:extLst>
                </a:gridCol>
                <a:gridCol w="1327527">
                  <a:extLst>
                    <a:ext uri="{9D8B030D-6E8A-4147-A177-3AD203B41FA5}">
                      <a16:colId xmlns:a16="http://schemas.microsoft.com/office/drawing/2014/main" val="20001"/>
                    </a:ext>
                  </a:extLst>
                </a:gridCol>
                <a:gridCol w="798767">
                  <a:extLst>
                    <a:ext uri="{9D8B030D-6E8A-4147-A177-3AD203B41FA5}">
                      <a16:colId xmlns:a16="http://schemas.microsoft.com/office/drawing/2014/main" val="20002"/>
                    </a:ext>
                  </a:extLst>
                </a:gridCol>
                <a:gridCol w="1169274">
                  <a:extLst>
                    <a:ext uri="{9D8B030D-6E8A-4147-A177-3AD203B41FA5}">
                      <a16:colId xmlns:a16="http://schemas.microsoft.com/office/drawing/2014/main" val="20003"/>
                    </a:ext>
                  </a:extLst>
                </a:gridCol>
                <a:gridCol w="1169274">
                  <a:extLst>
                    <a:ext uri="{9D8B030D-6E8A-4147-A177-3AD203B41FA5}">
                      <a16:colId xmlns:a16="http://schemas.microsoft.com/office/drawing/2014/main" val="20004"/>
                    </a:ext>
                  </a:extLst>
                </a:gridCol>
                <a:gridCol w="1488780">
                  <a:extLst>
                    <a:ext uri="{9D8B030D-6E8A-4147-A177-3AD203B41FA5}">
                      <a16:colId xmlns:a16="http://schemas.microsoft.com/office/drawing/2014/main" val="20005"/>
                    </a:ext>
                  </a:extLst>
                </a:gridCol>
              </a:tblGrid>
              <a:tr h="831662">
                <a:tc>
                  <a:txBody>
                    <a:bodyPr/>
                    <a:lstStyle/>
                    <a:p>
                      <a:pPr algn="ctr">
                        <a:lnSpc>
                          <a:spcPct val="150000"/>
                        </a:lnSpc>
                        <a:spcAft>
                          <a:spcPts val="0"/>
                        </a:spcAft>
                      </a:pPr>
                      <a:r>
                        <a:rPr lang="ro-RO" sz="1600" b="1" dirty="0">
                          <a:solidFill>
                            <a:schemeClr val="tx1"/>
                          </a:solidFill>
                          <a:effectLst/>
                        </a:rPr>
                        <a:t>Partide sau alianțe</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Voturi</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Locuri</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Diferență %</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88022">
                <a:tc>
                  <a:txBody>
                    <a:bodyPr/>
                    <a:lstStyle/>
                    <a:p>
                      <a:pPr algn="just">
                        <a:lnSpc>
                          <a:spcPct val="150000"/>
                        </a:lnSpc>
                        <a:spcAft>
                          <a:spcPts val="0"/>
                        </a:spcAft>
                      </a:pPr>
                      <a:r>
                        <a:rPr lang="ro-RO" sz="1600" b="0" dirty="0">
                          <a:solidFill>
                            <a:schemeClr val="tx1"/>
                          </a:solidFill>
                          <a:effectLst/>
                        </a:rPr>
                        <a:t>Partidul Liberal</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0" dirty="0">
                          <a:solidFill>
                            <a:schemeClr val="tx1"/>
                          </a:solidFill>
                          <a:effectLst/>
                        </a:rPr>
                        <a:t>  5,915,950</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33.1</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157</a:t>
                      </a:r>
                      <a:endParaRPr lang="ro-RO" sz="1600" b="1" dirty="0">
                        <a:solidFill>
                          <a:schemeClr val="tx1"/>
                        </a:solidFill>
                        <a:effectLst/>
                        <a:latin typeface="Times New Roman" panose="02020603050405020304" pitchFamily="18" charset="0"/>
                        <a:ea typeface="Calibri" panose="020F0502020204030204" pitchFamily="34" charset="0"/>
                      </a:endParaRPr>
                    </a:p>
                  </a:txBody>
                  <a:tcPr marL="12700" marR="12700" marT="6351" marB="63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46</a:t>
                      </a:r>
                      <a:endParaRPr lang="ro-RO" sz="1600" b="1" dirty="0">
                        <a:solidFill>
                          <a:schemeClr val="tx1"/>
                        </a:solidFill>
                        <a:effectLst/>
                        <a:latin typeface="Times New Roman" panose="02020603050405020304" pitchFamily="18" charset="0"/>
                        <a:ea typeface="Calibri" panose="020F0502020204030204" pitchFamily="34" charset="0"/>
                      </a:endParaRPr>
                    </a:p>
                  </a:txBody>
                  <a:tcPr marL="12700" marR="12700" marT="6351" marB="63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rgbClr val="C00000"/>
                          </a:solidFill>
                          <a:effectLst/>
                        </a:rPr>
                        <a:t>12.9</a:t>
                      </a:r>
                      <a:endParaRPr lang="ro-RO" sz="1600" b="1" dirty="0">
                        <a:solidFill>
                          <a:srgbClr val="C00000"/>
                        </a:solidFill>
                        <a:effectLst/>
                        <a:latin typeface="Times New Roman" panose="02020603050405020304" pitchFamily="18" charset="0"/>
                        <a:ea typeface="Calibri" panose="020F0502020204030204" pitchFamily="34" charset="0"/>
                      </a:endParaRPr>
                    </a:p>
                  </a:txBody>
                  <a:tcPr marL="12700" marR="12700" marT="6351" marB="63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88022">
                <a:tc>
                  <a:txBody>
                    <a:bodyPr/>
                    <a:lstStyle/>
                    <a:p>
                      <a:pPr algn="just">
                        <a:lnSpc>
                          <a:spcPct val="150000"/>
                        </a:lnSpc>
                        <a:spcAft>
                          <a:spcPts val="0"/>
                        </a:spcAft>
                      </a:pPr>
                      <a:r>
                        <a:rPr lang="ro-RO" sz="1600" b="1" dirty="0">
                          <a:solidFill>
                            <a:schemeClr val="tx1"/>
                          </a:solidFill>
                          <a:effectLst/>
                        </a:rPr>
                        <a:t>Partidul Conservator</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6,155,662</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34.4</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121</a:t>
                      </a:r>
                      <a:endParaRPr lang="ro-RO" sz="1600" b="0" dirty="0">
                        <a:solidFill>
                          <a:schemeClr val="tx1"/>
                        </a:solidFill>
                        <a:effectLst/>
                        <a:latin typeface="Times New Roman" panose="02020603050405020304" pitchFamily="18" charset="0"/>
                        <a:ea typeface="Calibri" panose="020F0502020204030204" pitchFamily="34" charset="0"/>
                      </a:endParaRPr>
                    </a:p>
                  </a:txBody>
                  <a:tcPr marL="12700" marR="12700" marT="6351" marB="63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36 </a:t>
                      </a:r>
                      <a:endParaRPr lang="ro-RO" sz="1600" b="0" dirty="0">
                        <a:solidFill>
                          <a:schemeClr val="tx1"/>
                        </a:solidFill>
                        <a:effectLst/>
                        <a:latin typeface="Times New Roman" panose="02020603050405020304" pitchFamily="18" charset="0"/>
                        <a:ea typeface="Calibri" panose="020F0502020204030204" pitchFamily="34" charset="0"/>
                      </a:endParaRPr>
                    </a:p>
                  </a:txBody>
                  <a:tcPr marL="12700" marR="12700" marT="6351" marB="63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- 1.6</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8022">
                <a:tc>
                  <a:txBody>
                    <a:bodyPr/>
                    <a:lstStyle/>
                    <a:p>
                      <a:pPr algn="just">
                        <a:lnSpc>
                          <a:spcPct val="150000"/>
                        </a:lnSpc>
                        <a:spcAft>
                          <a:spcPts val="0"/>
                        </a:spcAft>
                      </a:pPr>
                      <a:r>
                        <a:rPr lang="ro-RO" sz="1600" b="0" dirty="0">
                          <a:solidFill>
                            <a:schemeClr val="tx1"/>
                          </a:solidFill>
                          <a:effectLst/>
                        </a:rPr>
                        <a:t>Noul Partid Democratic</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0" dirty="0">
                          <a:solidFill>
                            <a:schemeClr val="tx1"/>
                          </a:solidFill>
                          <a:effectLst/>
                        </a:rPr>
                        <a:t>  2.849.214</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15.9</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34</a:t>
                      </a:r>
                      <a:endParaRPr lang="ro-RO" sz="1600" b="0" dirty="0">
                        <a:solidFill>
                          <a:schemeClr val="tx1"/>
                        </a:solidFill>
                        <a:effectLst/>
                        <a:latin typeface="Times New Roman" panose="02020603050405020304" pitchFamily="18" charset="0"/>
                        <a:ea typeface="Calibri" panose="020F0502020204030204" pitchFamily="34" charset="0"/>
                      </a:endParaRPr>
                    </a:p>
                  </a:txBody>
                  <a:tcPr marL="12700" marR="12700" marT="6351" marB="63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7</a:t>
                      </a:r>
                      <a:endParaRPr lang="ro-RO" sz="1600" b="0" dirty="0">
                        <a:solidFill>
                          <a:schemeClr val="tx1"/>
                        </a:solidFill>
                        <a:effectLst/>
                        <a:latin typeface="Times New Roman" panose="02020603050405020304" pitchFamily="18" charset="0"/>
                        <a:ea typeface="Calibri" panose="020F0502020204030204" pitchFamily="34" charset="0"/>
                      </a:endParaRPr>
                    </a:p>
                  </a:txBody>
                  <a:tcPr marL="12700" marR="12700" marT="6351" marB="63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-8.9</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0707">
                <a:tc>
                  <a:txBody>
                    <a:bodyPr/>
                    <a:lstStyle/>
                    <a:p>
                      <a:pPr algn="just">
                        <a:lnSpc>
                          <a:spcPct val="150000"/>
                        </a:lnSpc>
                        <a:spcAft>
                          <a:spcPts val="0"/>
                        </a:spcAft>
                      </a:pPr>
                      <a:r>
                        <a:rPr lang="ro-RO" sz="1600" b="0" dirty="0">
                          <a:solidFill>
                            <a:schemeClr val="tx1"/>
                          </a:solidFill>
                          <a:effectLst/>
                        </a:rPr>
                        <a:t>Blocul din Quebec</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ro-RO" sz="1600" b="0" dirty="0">
                          <a:solidFill>
                            <a:schemeClr val="tx1"/>
                          </a:solidFill>
                          <a:effectLst/>
                        </a:rPr>
                        <a:t>  1.376.135</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7.7</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10</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9</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1.3</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7043">
                <a:tc>
                  <a:txBody>
                    <a:bodyPr/>
                    <a:lstStyle/>
                    <a:p>
                      <a:pPr algn="just">
                        <a:lnSpc>
                          <a:spcPct val="150000"/>
                        </a:lnSpc>
                        <a:spcAft>
                          <a:spcPts val="0"/>
                        </a:spcAft>
                      </a:pPr>
                      <a:r>
                        <a:rPr lang="ro-RO" sz="1600" b="0" dirty="0">
                          <a:solidFill>
                            <a:schemeClr val="tx1"/>
                          </a:solidFill>
                          <a:effectLst/>
                        </a:rPr>
                        <a:t>Verzii		</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0" dirty="0">
                          <a:solidFill>
                            <a:schemeClr val="tx1"/>
                          </a:solidFill>
                          <a:effectLst/>
                        </a:rPr>
                        <a:t>  1.162.361</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6.5</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3</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0.9</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-5.6</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67043">
                <a:tc>
                  <a:txBody>
                    <a:bodyPr/>
                    <a:lstStyle/>
                    <a:p>
                      <a:pPr algn="just">
                        <a:lnSpc>
                          <a:spcPct val="150000"/>
                        </a:lnSpc>
                        <a:spcAft>
                          <a:spcPts val="0"/>
                        </a:spcAft>
                      </a:pPr>
                      <a:r>
                        <a:rPr lang="ro-RO" sz="1600" b="0" dirty="0">
                          <a:solidFill>
                            <a:schemeClr val="tx1"/>
                          </a:solidFill>
                          <a:effectLst/>
                        </a:rPr>
                        <a:t>Independent</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0" dirty="0">
                          <a:solidFill>
                            <a:schemeClr val="tx1"/>
                          </a:solidFill>
                          <a:effectLst/>
                        </a:rPr>
                        <a:t>      75.836</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0,4</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1</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0,3</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0" dirty="0">
                          <a:solidFill>
                            <a:schemeClr val="tx1"/>
                          </a:solidFill>
                          <a:effectLst/>
                        </a:rPr>
                        <a:t>-0.1</a:t>
                      </a:r>
                      <a:endParaRPr lang="ro-RO" sz="1600" b="0"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36552">
                <a:tc>
                  <a:txBody>
                    <a:bodyPr/>
                    <a:lstStyle/>
                    <a:p>
                      <a:pPr algn="just">
                        <a:lnSpc>
                          <a:spcPct val="150000"/>
                        </a:lnSpc>
                        <a:spcAft>
                          <a:spcPts val="0"/>
                        </a:spcAft>
                      </a:pPr>
                      <a:r>
                        <a:rPr lang="ro-RO" sz="1600" b="1" dirty="0">
                          <a:solidFill>
                            <a:schemeClr val="tx1"/>
                          </a:solidFill>
                          <a:effectLst/>
                        </a:rPr>
                        <a:t>Voturi valide</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18.171.948</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ro-RO" sz="1600" b="1" dirty="0">
                          <a:solidFill>
                            <a:schemeClr val="tx1"/>
                          </a:solidFill>
                          <a:effectLst/>
                        </a:rPr>
                        <a:t>65.95</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50000"/>
                        </a:lnSpc>
                        <a:spcAft>
                          <a:spcPts val="0"/>
                        </a:spcAft>
                      </a:pPr>
                      <a:r>
                        <a:rPr lang="ro-RO" sz="1600" b="1" dirty="0">
                          <a:solidFill>
                            <a:schemeClr val="tx1"/>
                          </a:solidFill>
                          <a:effectLst/>
                        </a:rPr>
                        <a:t> </a:t>
                      </a:r>
                      <a:endParaRPr lang="ro-RO" sz="1600" b="1" dirty="0">
                        <a:solidFill>
                          <a:schemeClr val="tx1"/>
                        </a:solidFill>
                        <a:effectLst/>
                        <a:latin typeface="Times New Roman" panose="02020603050405020304" pitchFamily="18" charset="0"/>
                        <a:ea typeface="Calibri" panose="020F0502020204030204" pitchFamily="34" charset="0"/>
                      </a:endParaRPr>
                    </a:p>
                  </a:txBody>
                  <a:tcPr marL="8890" marR="8890" marT="12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6A1EFC3-F4BF-478E-9398-2B8F2DC624BA}"/>
              </a:ext>
            </a:extLst>
          </p:cNvPr>
          <p:cNvSpPr>
            <a:spLocks noChangeArrowheads="1"/>
          </p:cNvSpPr>
          <p:nvPr/>
        </p:nvSpPr>
        <p:spPr bwMode="auto">
          <a:xfrm>
            <a:off x="2351089" y="765176"/>
            <a:ext cx="792162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2800" b="1">
                <a:solidFill>
                  <a:srgbClr val="000066"/>
                </a:solidFill>
              </a:rPr>
              <a:t>Indicele de disproporționalitate  în Canada</a:t>
            </a:r>
            <a:br>
              <a:rPr lang="ro-RO" altLang="ro-RO" sz="3600">
                <a:solidFill>
                  <a:srgbClr val="000066"/>
                </a:solidFill>
              </a:rPr>
            </a:br>
            <a:r>
              <a:rPr lang="ro-RO" altLang="ro-RO" sz="2400">
                <a:solidFill>
                  <a:srgbClr val="000066"/>
                </a:solidFill>
              </a:rPr>
              <a:t>Indicele de disproporție în 2004 </a:t>
            </a:r>
          </a:p>
          <a:p>
            <a:pPr algn="just" eaLnBrk="1" hangingPunct="1">
              <a:spcBef>
                <a:spcPct val="0"/>
              </a:spcBef>
              <a:buFontTx/>
              <a:buNone/>
            </a:pPr>
            <a:r>
              <a:rPr lang="ro-RO" altLang="ro-RO" sz="2400">
                <a:solidFill>
                  <a:srgbClr val="000066"/>
                </a:solidFill>
              </a:rPr>
              <a:t>24,53/2</a:t>
            </a:r>
            <a:r>
              <a:rPr lang="ro-RO" altLang="ro-RO" sz="2400">
                <a:solidFill>
                  <a:srgbClr val="000066"/>
                </a:solidFill>
                <a:cs typeface="Times New Roman" panose="02020603050405020304" pitchFamily="18" charset="0"/>
              </a:rPr>
              <a:t>=</a:t>
            </a:r>
            <a:r>
              <a:rPr lang="ro-RO" altLang="ro-RO" sz="2400" b="1">
                <a:solidFill>
                  <a:srgbClr val="000066"/>
                </a:solidFill>
              </a:rPr>
              <a:t>12,26</a:t>
            </a:r>
          </a:p>
          <a:p>
            <a:pPr algn="just" eaLnBrk="1" hangingPunct="1">
              <a:spcBef>
                <a:spcPct val="0"/>
              </a:spcBef>
              <a:buFontTx/>
              <a:buNone/>
            </a:pPr>
            <a:r>
              <a:rPr lang="ro-RO" altLang="ro-RO" sz="2400">
                <a:solidFill>
                  <a:srgbClr val="000066"/>
                </a:solidFill>
              </a:rPr>
              <a:t>Indicele de disproporție în 2006</a:t>
            </a:r>
          </a:p>
          <a:p>
            <a:pPr algn="just" eaLnBrk="1" hangingPunct="1">
              <a:spcBef>
                <a:spcPct val="0"/>
              </a:spcBef>
              <a:buFontTx/>
              <a:buNone/>
            </a:pPr>
            <a:r>
              <a:rPr lang="ro-RO" altLang="ro-RO" sz="2400">
                <a:solidFill>
                  <a:srgbClr val="000066"/>
                </a:solidFill>
              </a:rPr>
              <a:t>21,59/2</a:t>
            </a:r>
            <a:r>
              <a:rPr lang="ro-RO" altLang="ro-RO" sz="2400">
                <a:solidFill>
                  <a:srgbClr val="000066"/>
                </a:solidFill>
                <a:cs typeface="Times New Roman" panose="02020603050405020304" pitchFamily="18" charset="0"/>
              </a:rPr>
              <a:t>=</a:t>
            </a:r>
            <a:r>
              <a:rPr lang="ro-RO" altLang="ro-RO" sz="2400" b="1">
                <a:solidFill>
                  <a:srgbClr val="000066"/>
                </a:solidFill>
                <a:cs typeface="Times New Roman" panose="02020603050405020304" pitchFamily="18" charset="0"/>
              </a:rPr>
              <a:t>10,75</a:t>
            </a:r>
            <a:endParaRPr lang="ro-RO" altLang="ro-RO" sz="2400" b="1">
              <a:solidFill>
                <a:srgbClr val="000066"/>
              </a:solidFill>
            </a:endParaRPr>
          </a:p>
          <a:p>
            <a:pPr algn="just" eaLnBrk="1" hangingPunct="1">
              <a:spcBef>
                <a:spcPct val="0"/>
              </a:spcBef>
              <a:buFontTx/>
              <a:buNone/>
            </a:pPr>
            <a:r>
              <a:rPr lang="ro-RO" altLang="ro-RO" sz="2400">
                <a:solidFill>
                  <a:srgbClr val="000066"/>
                </a:solidFill>
              </a:rPr>
              <a:t>Indicele de disproporție în 2008</a:t>
            </a:r>
          </a:p>
          <a:p>
            <a:pPr algn="just" eaLnBrk="1" hangingPunct="1">
              <a:spcBef>
                <a:spcPct val="0"/>
              </a:spcBef>
              <a:buFontTx/>
              <a:buNone/>
            </a:pPr>
            <a:r>
              <a:rPr lang="ro-RO" altLang="ro-RO" sz="2400">
                <a:solidFill>
                  <a:srgbClr val="000066"/>
                </a:solidFill>
              </a:rPr>
              <a:t>22,21/2</a:t>
            </a:r>
            <a:r>
              <a:rPr lang="ro-RO" altLang="ro-RO" sz="2400">
                <a:solidFill>
                  <a:srgbClr val="000066"/>
                </a:solidFill>
                <a:cs typeface="Times New Roman" panose="02020603050405020304" pitchFamily="18" charset="0"/>
              </a:rPr>
              <a:t>=</a:t>
            </a:r>
            <a:r>
              <a:rPr lang="ro-RO" altLang="ro-RO" sz="2400" b="1">
                <a:solidFill>
                  <a:srgbClr val="000066"/>
                </a:solidFill>
                <a:cs typeface="Times New Roman" panose="02020603050405020304" pitchFamily="18" charset="0"/>
              </a:rPr>
              <a:t>11,10</a:t>
            </a:r>
          </a:p>
          <a:p>
            <a:pPr algn="just" eaLnBrk="1" hangingPunct="1">
              <a:spcBef>
                <a:spcPct val="0"/>
              </a:spcBef>
              <a:buFontTx/>
              <a:buNone/>
            </a:pPr>
            <a:r>
              <a:rPr lang="ro-RO" altLang="ro-RO" sz="2400">
                <a:solidFill>
                  <a:srgbClr val="000066"/>
                </a:solidFill>
              </a:rPr>
              <a:t>Indicele de disproporție în 2011</a:t>
            </a:r>
          </a:p>
          <a:p>
            <a:pPr algn="just" eaLnBrk="1" hangingPunct="1">
              <a:spcBef>
                <a:spcPct val="0"/>
              </a:spcBef>
              <a:buFontTx/>
              <a:buNone/>
            </a:pPr>
            <a:r>
              <a:rPr lang="ro-RO" altLang="ro-RO" sz="2400">
                <a:solidFill>
                  <a:srgbClr val="000066"/>
                </a:solidFill>
              </a:rPr>
              <a:t>32,03/2</a:t>
            </a:r>
            <a:r>
              <a:rPr lang="ro-RO" altLang="ro-RO" sz="2400">
                <a:solidFill>
                  <a:srgbClr val="000066"/>
                </a:solidFill>
                <a:cs typeface="Times New Roman" panose="02020603050405020304" pitchFamily="18" charset="0"/>
              </a:rPr>
              <a:t>=</a:t>
            </a:r>
            <a:r>
              <a:rPr lang="ro-RO" altLang="ro-RO" sz="2400" b="1">
                <a:solidFill>
                  <a:srgbClr val="000066"/>
                </a:solidFill>
                <a:cs typeface="Times New Roman" panose="02020603050405020304" pitchFamily="18" charset="0"/>
              </a:rPr>
              <a:t>16,01</a:t>
            </a:r>
          </a:p>
          <a:p>
            <a:pPr algn="just" eaLnBrk="1" hangingPunct="1">
              <a:spcBef>
                <a:spcPct val="0"/>
              </a:spcBef>
              <a:buFontTx/>
              <a:buNone/>
            </a:pPr>
            <a:r>
              <a:rPr lang="ro-RO" altLang="ro-RO" sz="2400">
                <a:solidFill>
                  <a:srgbClr val="000066"/>
                </a:solidFill>
              </a:rPr>
              <a:t>Indicele de disproporție în 2015</a:t>
            </a:r>
          </a:p>
          <a:p>
            <a:pPr algn="just" eaLnBrk="1" hangingPunct="1">
              <a:spcBef>
                <a:spcPct val="0"/>
              </a:spcBef>
              <a:buFontTx/>
              <a:buNone/>
            </a:pPr>
            <a:r>
              <a:rPr lang="ro-RO" altLang="ro-RO" sz="2400">
                <a:solidFill>
                  <a:srgbClr val="000066"/>
                </a:solidFill>
              </a:rPr>
              <a:t>25,07/2</a:t>
            </a:r>
            <a:r>
              <a:rPr lang="ro-RO" altLang="ro-RO" sz="2400">
                <a:solidFill>
                  <a:srgbClr val="000066"/>
                </a:solidFill>
                <a:cs typeface="Times New Roman" panose="02020603050405020304" pitchFamily="18" charset="0"/>
              </a:rPr>
              <a:t>=</a:t>
            </a:r>
            <a:r>
              <a:rPr lang="ro-RO" altLang="ro-RO" sz="2400" b="1">
                <a:solidFill>
                  <a:srgbClr val="000066"/>
                </a:solidFill>
                <a:cs typeface="Times New Roman" panose="02020603050405020304" pitchFamily="18" charset="0"/>
              </a:rPr>
              <a:t>12,53</a:t>
            </a:r>
          </a:p>
          <a:p>
            <a:pPr algn="just" eaLnBrk="1" hangingPunct="1">
              <a:spcBef>
                <a:spcPct val="0"/>
              </a:spcBef>
              <a:buFontTx/>
              <a:buNone/>
            </a:pPr>
            <a:r>
              <a:rPr lang="ro-RO" altLang="ro-RO" sz="2400">
                <a:solidFill>
                  <a:srgbClr val="000066"/>
                </a:solidFill>
              </a:rPr>
              <a:t>Indicele de disproporție în 2019</a:t>
            </a:r>
          </a:p>
          <a:p>
            <a:pPr algn="just" eaLnBrk="1" hangingPunct="1">
              <a:spcBef>
                <a:spcPct val="0"/>
              </a:spcBef>
              <a:buFontTx/>
              <a:buNone/>
            </a:pPr>
            <a:r>
              <a:rPr lang="ro-RO" altLang="ro-RO" sz="2400">
                <a:solidFill>
                  <a:srgbClr val="000066"/>
                </a:solidFill>
              </a:rPr>
              <a:t>30,04/2</a:t>
            </a:r>
            <a:r>
              <a:rPr lang="ro-RO" altLang="ro-RO" sz="2400">
                <a:solidFill>
                  <a:srgbClr val="000066"/>
                </a:solidFill>
                <a:cs typeface="Times New Roman" panose="02020603050405020304" pitchFamily="18" charset="0"/>
              </a:rPr>
              <a:t>=</a:t>
            </a:r>
            <a:r>
              <a:rPr lang="ro-RO" altLang="ro-RO" sz="2400" b="1">
                <a:solidFill>
                  <a:srgbClr val="000066"/>
                </a:solidFill>
                <a:cs typeface="Times New Roman" panose="02020603050405020304" pitchFamily="18" charset="0"/>
              </a:rPr>
              <a:t>15,2</a:t>
            </a:r>
          </a:p>
          <a:p>
            <a:pPr algn="just" eaLnBrk="1" hangingPunct="1">
              <a:spcBef>
                <a:spcPct val="0"/>
              </a:spcBef>
              <a:buFontTx/>
              <a:buNone/>
            </a:pPr>
            <a:endParaRPr lang="ro-RO" altLang="ro-RO" sz="2400" b="1">
              <a:solidFill>
                <a:srgbClr val="00006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F6E6A524-04E2-4D87-88B4-656465F6C1F5}"/>
              </a:ext>
            </a:extLst>
          </p:cNvPr>
          <p:cNvGraphicFramePr>
            <a:graphicFrameLocks noGrp="1"/>
          </p:cNvGraphicFramePr>
          <p:nvPr/>
        </p:nvGraphicFramePr>
        <p:xfrm>
          <a:off x="1919288" y="1916114"/>
          <a:ext cx="8280400" cy="4124325"/>
        </p:xfrm>
        <a:graphic>
          <a:graphicData uri="http://schemas.openxmlformats.org/drawingml/2006/table">
            <a:tbl>
              <a:tblPr/>
              <a:tblGrid>
                <a:gridCol w="4115829">
                  <a:extLst>
                    <a:ext uri="{9D8B030D-6E8A-4147-A177-3AD203B41FA5}">
                      <a16:colId xmlns:a16="http://schemas.microsoft.com/office/drawing/2014/main" val="20000"/>
                    </a:ext>
                  </a:extLst>
                </a:gridCol>
                <a:gridCol w="2076471">
                  <a:extLst>
                    <a:ext uri="{9D8B030D-6E8A-4147-A177-3AD203B41FA5}">
                      <a16:colId xmlns:a16="http://schemas.microsoft.com/office/drawing/2014/main" val="20001"/>
                    </a:ext>
                  </a:extLst>
                </a:gridCol>
                <a:gridCol w="2088101">
                  <a:extLst>
                    <a:ext uri="{9D8B030D-6E8A-4147-A177-3AD203B41FA5}">
                      <a16:colId xmlns:a16="http://schemas.microsoft.com/office/drawing/2014/main" val="20002"/>
                    </a:ext>
                  </a:extLst>
                </a:gridCol>
              </a:tblGrid>
              <a:tr h="393204">
                <a:tc>
                  <a:txBody>
                    <a:bodyPr/>
                    <a:lstStyle/>
                    <a:p>
                      <a:pPr>
                        <a:spcBef>
                          <a:spcPct val="50000"/>
                        </a:spcBef>
                      </a:pPr>
                      <a:r>
                        <a:rPr lang="ro-RO" sz="1800" b="1" dirty="0">
                          <a:solidFill>
                            <a:schemeClr val="tx1"/>
                          </a:solidFill>
                          <a:latin typeface="Times New Roman" pitchFamily="18" charset="0"/>
                          <a:cs typeface="Times New Roman" pitchFamily="18" charset="0"/>
                        </a:rPr>
                        <a:t>Partid politic                 </a:t>
                      </a: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ct val="50000"/>
                        </a:spcBef>
                      </a:pPr>
                      <a:r>
                        <a:rPr lang="ro-RO" sz="1800" b="1" dirty="0">
                          <a:solidFill>
                            <a:schemeClr val="tx1"/>
                          </a:solidFill>
                          <a:latin typeface="Times New Roman" pitchFamily="18" charset="0"/>
                          <a:cs typeface="Times New Roman" pitchFamily="18" charset="0"/>
                        </a:rPr>
                        <a:t>% din  locuri </a:t>
                      </a: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ct val="50000"/>
                        </a:spcBef>
                      </a:pPr>
                      <a:r>
                        <a:rPr lang="ro-RO" sz="1800" b="1" dirty="0">
                          <a:solidFill>
                            <a:schemeClr val="tx1"/>
                          </a:solidFill>
                          <a:latin typeface="Times New Roman" pitchFamily="18" charset="0"/>
                          <a:cs typeface="Times New Roman" pitchFamily="18" charset="0"/>
                        </a:rPr>
                        <a:t>% din  locuri </a:t>
                      </a: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14728">
                <a:tc>
                  <a:txBody>
                    <a:bodyPr/>
                    <a:lstStyle/>
                    <a:p>
                      <a:pPr>
                        <a:spcBef>
                          <a:spcPct val="50000"/>
                        </a:spcBef>
                      </a:pPr>
                      <a:r>
                        <a:rPr lang="ro-RO" sz="1800" b="1" dirty="0">
                          <a:solidFill>
                            <a:schemeClr val="tx1"/>
                          </a:solidFill>
                          <a:latin typeface="Times New Roman" pitchFamily="18" charset="0"/>
                          <a:cs typeface="Times New Roman" pitchFamily="18" charset="0"/>
                        </a:rPr>
                        <a:t>Conservatori</a:t>
                      </a: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 42,2 %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 0 0 %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7956">
                <a:tc>
                  <a:txBody>
                    <a:bodyPr/>
                    <a:lstStyle/>
                    <a:p>
                      <a:pPr>
                        <a:spcBef>
                          <a:spcPct val="50000"/>
                        </a:spcBef>
                      </a:pPr>
                      <a:r>
                        <a:rPr lang="ro-RO" sz="1800" b="1" dirty="0">
                          <a:solidFill>
                            <a:schemeClr val="tx1"/>
                          </a:solidFill>
                          <a:latin typeface="Times New Roman" pitchFamily="18" charset="0"/>
                          <a:cs typeface="Times New Roman" pitchFamily="18" charset="0"/>
                        </a:rPr>
                        <a:t>Muncitoresc-progresist</a:t>
                      </a: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19,5 %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 41 %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2813">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ro-RO" sz="1800" b="1" dirty="0">
                          <a:solidFill>
                            <a:schemeClr val="tx1"/>
                          </a:solidFill>
                          <a:latin typeface="Times New Roman" pitchFamily="18" charset="0"/>
                          <a:cs typeface="Times New Roman" pitchFamily="18" charset="0"/>
                        </a:rPr>
                        <a:t>Liberal</a:t>
                      </a:r>
                    </a:p>
                    <a:p>
                      <a:pPr>
                        <a:lnSpc>
                          <a:spcPct val="150000"/>
                        </a:lnSpc>
                        <a:spcAft>
                          <a:spcPts val="0"/>
                        </a:spcAft>
                      </a:pP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18,4 %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 24 %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2813">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ro-RO" sz="1800" b="1" dirty="0">
                          <a:solidFill>
                            <a:schemeClr val="tx1"/>
                          </a:solidFill>
                          <a:latin typeface="Times New Roman" pitchFamily="18" charset="0"/>
                          <a:cs typeface="Times New Roman" pitchFamily="18" charset="0"/>
                        </a:rPr>
                        <a:t>Progresist</a:t>
                      </a:r>
                    </a:p>
                    <a:p>
                      <a:pPr>
                        <a:lnSpc>
                          <a:spcPct val="150000"/>
                        </a:lnSpc>
                        <a:spcAft>
                          <a:spcPts val="0"/>
                        </a:spcAft>
                      </a:pP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11,2 %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24 %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2813">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ro-RO" sz="1800" b="1" dirty="0">
                          <a:solidFill>
                            <a:schemeClr val="tx1"/>
                          </a:solidFill>
                          <a:latin typeface="Times New Roman" pitchFamily="18" charset="0"/>
                          <a:cs typeface="Times New Roman" pitchFamily="18" charset="0"/>
                        </a:rPr>
                        <a:t>Laburist</a:t>
                      </a:r>
                    </a:p>
                    <a:p>
                      <a:pPr>
                        <a:lnSpc>
                          <a:spcPct val="150000"/>
                        </a:lnSpc>
                        <a:spcAft>
                          <a:spcPts val="0"/>
                        </a:spcAft>
                      </a:pP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8,7 %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ro-RO" sz="1800" b="1" dirty="0">
                          <a:solidFill>
                            <a:schemeClr val="tx1"/>
                          </a:solidFill>
                          <a:latin typeface="Times New Roman" pitchFamily="18" charset="0"/>
                          <a:cs typeface="Times New Roman" pitchFamily="18" charset="0"/>
                        </a:rPr>
                        <a:t>12 %</a:t>
                      </a:r>
                      <a:endParaRPr lang="ro-RO" sz="1800" b="1" dirty="0">
                        <a:solidFill>
                          <a:schemeClr val="tx1"/>
                        </a:solidFill>
                        <a:latin typeface="Times New Roman" pitchFamily="18" charset="0"/>
                        <a:ea typeface="Calibri"/>
                        <a:cs typeface="Times New Roman" pitchFamily="18" charset="0"/>
                      </a:endParaRPr>
                    </a:p>
                  </a:txBody>
                  <a:tcPr marL="64732" marR="647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1776" name="Rectangle 4">
            <a:extLst>
              <a:ext uri="{FF2B5EF4-FFF2-40B4-BE49-F238E27FC236}">
                <a16:creationId xmlns:a16="http://schemas.microsoft.com/office/drawing/2014/main" id="{1CD9A133-E705-4AE3-8A62-858A1FEFFFCE}"/>
              </a:ext>
            </a:extLst>
          </p:cNvPr>
          <p:cNvSpPr>
            <a:spLocks noChangeArrowheads="1"/>
          </p:cNvSpPr>
          <p:nvPr/>
        </p:nvSpPr>
        <p:spPr bwMode="auto">
          <a:xfrm>
            <a:off x="2063750" y="260350"/>
            <a:ext cx="81359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ro-RO" altLang="ro-RO" sz="2800" b="1"/>
              <a:t>Efecte perverse ale sistemului majoritar (exemplul alegerilor federale canadiene din 1926 în Manitoba)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B6B8422-8FB0-4BAE-BA6D-A757002271EA}"/>
              </a:ext>
            </a:extLst>
          </p:cNvPr>
          <p:cNvSpPr>
            <a:spLocks noGrp="1" noChangeArrowheads="1"/>
          </p:cNvSpPr>
          <p:nvPr>
            <p:ph type="title"/>
          </p:nvPr>
        </p:nvSpPr>
        <p:spPr/>
        <p:txBody>
          <a:bodyPr/>
          <a:lstStyle/>
          <a:p>
            <a:pPr eaLnBrk="1" hangingPunct="1"/>
            <a:r>
              <a:rPr lang="ro-RO" altLang="ro-RO" sz="3600" b="1"/>
              <a:t>Consecințe</a:t>
            </a:r>
            <a:r>
              <a:rPr lang="ro-RO" altLang="ro-RO" sz="3600"/>
              <a:t> </a:t>
            </a:r>
          </a:p>
        </p:txBody>
      </p:sp>
      <p:sp>
        <p:nvSpPr>
          <p:cNvPr id="15363" name="Rectangle 3">
            <a:extLst>
              <a:ext uri="{FF2B5EF4-FFF2-40B4-BE49-F238E27FC236}">
                <a16:creationId xmlns:a16="http://schemas.microsoft.com/office/drawing/2014/main" id="{61581184-61E8-4CF1-AE92-548C2213E0A1}"/>
              </a:ext>
            </a:extLst>
          </p:cNvPr>
          <p:cNvSpPr>
            <a:spLocks noGrp="1" noChangeArrowheads="1"/>
          </p:cNvSpPr>
          <p:nvPr>
            <p:ph type="body" idx="1"/>
          </p:nvPr>
        </p:nvSpPr>
        <p:spPr/>
        <p:txBody>
          <a:bodyPr/>
          <a:lstStyle/>
          <a:p>
            <a:pPr algn="just" eaLnBrk="1" hangingPunct="1"/>
            <a:r>
              <a:rPr lang="ro-RO" altLang="ro-RO">
                <a:solidFill>
                  <a:srgbClr val="000066"/>
                </a:solidFill>
              </a:rPr>
              <a:t>Amplifică procentul locurilor în raport cu procentul voturilor pentru primul partid clasat </a:t>
            </a:r>
          </a:p>
          <a:p>
            <a:pPr algn="just" eaLnBrk="1" hangingPunct="1"/>
            <a:r>
              <a:rPr lang="ro-RO" altLang="ro-RO">
                <a:solidFill>
                  <a:srgbClr val="000066"/>
                </a:solidFill>
              </a:rPr>
              <a:t>Creează serioase dificultăți pentru partidele mici, nuanțate de polarizarea geografică, culturală și etnică.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1854</Words>
  <Application>Microsoft Office PowerPoint</Application>
  <PresentationFormat>Ecran lat</PresentationFormat>
  <Paragraphs>904</Paragraphs>
  <Slides>31</Slides>
  <Notes>1</Notes>
  <HiddenSlides>0</HiddenSlides>
  <MMClips>0</MMClips>
  <ScaleCrop>false</ScaleCrop>
  <HeadingPairs>
    <vt:vector size="6" baseType="variant">
      <vt:variant>
        <vt:lpstr>Fonturi utilizate</vt:lpstr>
      </vt:variant>
      <vt:variant>
        <vt:i4>5</vt:i4>
      </vt:variant>
      <vt:variant>
        <vt:lpstr>Temă</vt:lpstr>
      </vt:variant>
      <vt:variant>
        <vt:i4>1</vt:i4>
      </vt:variant>
      <vt:variant>
        <vt:lpstr>Titluri diapozitive</vt:lpstr>
      </vt:variant>
      <vt:variant>
        <vt:i4>31</vt:i4>
      </vt:variant>
    </vt:vector>
  </HeadingPairs>
  <TitlesOfParts>
    <vt:vector size="37" baseType="lpstr">
      <vt:lpstr>Aharoni</vt:lpstr>
      <vt:lpstr>Arial</vt:lpstr>
      <vt:lpstr>Calibri</vt:lpstr>
      <vt:lpstr>Calibri Light</vt:lpstr>
      <vt:lpstr>Times New Roman</vt:lpstr>
      <vt:lpstr>Temă Office</vt:lpstr>
      <vt:lpstr>Prezentare PowerPoint</vt:lpstr>
      <vt:lpstr>Tipuri de scrutin</vt:lpstr>
      <vt:lpstr>Caracteristicile votului </vt:lpstr>
      <vt:lpstr>Prezentare PowerPoint</vt:lpstr>
      <vt:lpstr>Caracteristici structurale ale alegerilor </vt:lpstr>
      <vt:lpstr>Primul gerrymandering  În 1812 guvernatorul Elbridge Gerry a decupat districtul Essex din Massachusetts în favoarea propriului partid</vt:lpstr>
      <vt:lpstr>Gerrymandering A</vt:lpstr>
      <vt:lpstr>Prezentare PowerPoint</vt:lpstr>
      <vt:lpstr>Gerrymandering republican </vt:lpstr>
      <vt:lpstr>Gerrymandering democrat</vt:lpstr>
      <vt:lpstr>Gerrymandering în North Carolina’s al 4 district congresional 2013–2017 , SUA</vt:lpstr>
      <vt:lpstr>Gerrymandering municipal care favorizează districtele electorale din periferie (clivajul centru-periferie)  cazul Bucureștiului </vt:lpstr>
      <vt:lpstr>Gerrymandering municipal care ia în considerare  considerente de vecinătate  </vt:lpstr>
      <vt:lpstr>Scrutinul majoritar</vt:lpstr>
      <vt:lpstr>Sistemul electoral englez</vt:lpstr>
      <vt:lpstr>Scrutinul uninominal cu un tur</vt:lpstr>
      <vt:lpstr>Prezentare PowerPoint</vt:lpstr>
      <vt:lpstr>Prezentare PowerPoint</vt:lpstr>
      <vt:lpstr> Alegerile parlamentare  din mai 2015 în Marea Britanie </vt:lpstr>
      <vt:lpstr>Rezultatele alegerilor britanice din 8 iunie 2017</vt:lpstr>
      <vt:lpstr>Rezultate ale alegerilor britanice din 12 decembrie 2019</vt:lpstr>
      <vt:lpstr>Consecinţe scrutinului majoritar relativ: disproporţionalitatea </vt:lpstr>
      <vt:lpstr>Alegerile din Canada din 2004</vt:lpstr>
      <vt:lpstr>Alegerile din Canada din 2006</vt:lpstr>
      <vt:lpstr>Alegerile din Canada din 2008</vt:lpstr>
      <vt:lpstr>Alegerile din Canada din 2011</vt:lpstr>
      <vt:lpstr>Prezentare PowerPoint</vt:lpstr>
      <vt:lpstr>Prezentare PowerPoint</vt:lpstr>
      <vt:lpstr>Prezentare PowerPoint</vt:lpstr>
      <vt:lpstr>Prezentare PowerPoint</vt:lpstr>
      <vt:lpstr>Consecințe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Prezentare PowerPoint</dc:title>
  <dc:creator>Daniela</dc:creator>
  <cp:lastModifiedBy>Daniela</cp:lastModifiedBy>
  <cp:revision>19</cp:revision>
  <dcterms:created xsi:type="dcterms:W3CDTF">2020-03-24T18:38:22Z</dcterms:created>
  <dcterms:modified xsi:type="dcterms:W3CDTF">2020-03-24T21:15:24Z</dcterms:modified>
</cp:coreProperties>
</file>