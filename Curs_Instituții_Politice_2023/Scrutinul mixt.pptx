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403" r:id="rId2"/>
    <p:sldId id="359" r:id="rId3"/>
    <p:sldId id="305" r:id="rId4"/>
    <p:sldId id="353" r:id="rId5"/>
    <p:sldId id="354" r:id="rId6"/>
    <p:sldId id="360" r:id="rId7"/>
    <p:sldId id="405" r:id="rId8"/>
    <p:sldId id="404" r:id="rId9"/>
    <p:sldId id="356" r:id="rId10"/>
    <p:sldId id="355" r:id="rId11"/>
    <p:sldId id="400" r:id="rId12"/>
    <p:sldId id="401" r:id="rId13"/>
    <p:sldId id="402" r:id="rId14"/>
  </p:sldIdLst>
  <p:sldSz cx="12192000" cy="6858000"/>
  <p:notesSz cx="6858000" cy="9144000"/>
  <p:defaultTextStyle>
    <a:defPPr>
      <a:defRPr lang="ro-R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90" d="100"/>
          <a:sy n="90" d="100"/>
        </p:scale>
        <p:origin x="66" y="-7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zitiv titlu">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847F6456-2802-461E-9C99-D6B4C121CFE9}"/>
              </a:ext>
            </a:extLst>
          </p:cNvPr>
          <p:cNvSpPr>
            <a:spLocks noGrp="1"/>
          </p:cNvSpPr>
          <p:nvPr>
            <p:ph type="ctrTitle"/>
          </p:nvPr>
        </p:nvSpPr>
        <p:spPr>
          <a:xfrm>
            <a:off x="1524000" y="1122363"/>
            <a:ext cx="9144000" cy="2387600"/>
          </a:xfrm>
        </p:spPr>
        <p:txBody>
          <a:bodyPr anchor="b"/>
          <a:lstStyle>
            <a:lvl1pPr algn="ctr">
              <a:defRPr sz="6000"/>
            </a:lvl1pPr>
          </a:lstStyle>
          <a:p>
            <a:r>
              <a:rPr lang="ro-RO"/>
              <a:t>Faceți clic pentru a edita stilul de titlu coordonator</a:t>
            </a:r>
          </a:p>
        </p:txBody>
      </p:sp>
      <p:sp>
        <p:nvSpPr>
          <p:cNvPr id="3" name="Subtitlu 2">
            <a:extLst>
              <a:ext uri="{FF2B5EF4-FFF2-40B4-BE49-F238E27FC236}">
                <a16:creationId xmlns:a16="http://schemas.microsoft.com/office/drawing/2014/main" id="{51976BFC-8FB2-4E83-BB54-3039C20269B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o-RO"/>
              <a:t>Faceți clic pentru a edita stilul de subtitlu coordonator</a:t>
            </a:r>
          </a:p>
        </p:txBody>
      </p:sp>
      <p:sp>
        <p:nvSpPr>
          <p:cNvPr id="4" name="Substituent dată 3">
            <a:extLst>
              <a:ext uri="{FF2B5EF4-FFF2-40B4-BE49-F238E27FC236}">
                <a16:creationId xmlns:a16="http://schemas.microsoft.com/office/drawing/2014/main" id="{381495B5-DD5E-411B-9E99-81CA087A6662}"/>
              </a:ext>
            </a:extLst>
          </p:cNvPr>
          <p:cNvSpPr>
            <a:spLocks noGrp="1"/>
          </p:cNvSpPr>
          <p:nvPr>
            <p:ph type="dt" sz="half" idx="10"/>
          </p:nvPr>
        </p:nvSpPr>
        <p:spPr/>
        <p:txBody>
          <a:bodyPr/>
          <a:lstStyle/>
          <a:p>
            <a:fld id="{CEDF3177-3182-4364-9A9C-A63977F4CA47}" type="datetimeFigureOut">
              <a:rPr lang="ro-RO" smtClean="0"/>
              <a:t>11.05.2020</a:t>
            </a:fld>
            <a:endParaRPr lang="ro-RO"/>
          </a:p>
        </p:txBody>
      </p:sp>
      <p:sp>
        <p:nvSpPr>
          <p:cNvPr id="5" name="Substituent subsol 4">
            <a:extLst>
              <a:ext uri="{FF2B5EF4-FFF2-40B4-BE49-F238E27FC236}">
                <a16:creationId xmlns:a16="http://schemas.microsoft.com/office/drawing/2014/main" id="{9C0FAF34-AA27-4A7D-AB2B-10510FDB3E20}"/>
              </a:ext>
            </a:extLst>
          </p:cNvPr>
          <p:cNvSpPr>
            <a:spLocks noGrp="1"/>
          </p:cNvSpPr>
          <p:nvPr>
            <p:ph type="ftr" sz="quarter" idx="11"/>
          </p:nvPr>
        </p:nvSpPr>
        <p:spPr/>
        <p:txBody>
          <a:bodyPr/>
          <a:lstStyle/>
          <a:p>
            <a:endParaRPr lang="ro-RO"/>
          </a:p>
        </p:txBody>
      </p:sp>
      <p:sp>
        <p:nvSpPr>
          <p:cNvPr id="6" name="Substituent număr diapozitiv 5">
            <a:extLst>
              <a:ext uri="{FF2B5EF4-FFF2-40B4-BE49-F238E27FC236}">
                <a16:creationId xmlns:a16="http://schemas.microsoft.com/office/drawing/2014/main" id="{E906A691-A243-49F6-9873-7A7320EFCD88}"/>
              </a:ext>
            </a:extLst>
          </p:cNvPr>
          <p:cNvSpPr>
            <a:spLocks noGrp="1"/>
          </p:cNvSpPr>
          <p:nvPr>
            <p:ph type="sldNum" sz="quarter" idx="12"/>
          </p:nvPr>
        </p:nvSpPr>
        <p:spPr/>
        <p:txBody>
          <a:bodyPr/>
          <a:lstStyle/>
          <a:p>
            <a:fld id="{E88326DE-6BFA-4E94-A868-AC3CDC4FB37B}" type="slidenum">
              <a:rPr lang="ro-RO" smtClean="0"/>
              <a:t>‹#›</a:t>
            </a:fld>
            <a:endParaRPr lang="ro-RO"/>
          </a:p>
        </p:txBody>
      </p:sp>
    </p:spTree>
    <p:extLst>
      <p:ext uri="{BB962C8B-B14F-4D97-AF65-F5344CB8AC3E}">
        <p14:creationId xmlns:p14="http://schemas.microsoft.com/office/powerpoint/2010/main" val="20456861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u și conținut">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E6537DA0-32FE-4687-A1CD-13A836CEE090}"/>
              </a:ext>
            </a:extLst>
          </p:cNvPr>
          <p:cNvSpPr>
            <a:spLocks noGrp="1"/>
          </p:cNvSpPr>
          <p:nvPr>
            <p:ph type="title"/>
          </p:nvPr>
        </p:nvSpPr>
        <p:spPr/>
        <p:txBody>
          <a:bodyPr/>
          <a:lstStyle/>
          <a:p>
            <a:r>
              <a:rPr lang="ro-RO"/>
              <a:t>Faceți clic pentru a edita stilul de titlu coordonator</a:t>
            </a:r>
          </a:p>
        </p:txBody>
      </p:sp>
      <p:sp>
        <p:nvSpPr>
          <p:cNvPr id="3" name="Substituent conținut 2">
            <a:extLst>
              <a:ext uri="{FF2B5EF4-FFF2-40B4-BE49-F238E27FC236}">
                <a16:creationId xmlns:a16="http://schemas.microsoft.com/office/drawing/2014/main" id="{AE4CBF86-99E3-4E73-A23F-364C3CD9FEB4}"/>
              </a:ext>
            </a:extLst>
          </p:cNvPr>
          <p:cNvSpPr>
            <a:spLocks noGrp="1"/>
          </p:cNvSpPr>
          <p:nvPr>
            <p:ph idx="1"/>
          </p:nvPr>
        </p:nvSpPr>
        <p:spPr/>
        <p:txBody>
          <a:bodyPr/>
          <a:lstStyle/>
          <a:p>
            <a:pPr lvl="0"/>
            <a:r>
              <a:rPr lang="ro-RO"/>
              <a:t>Faceţi clic pentru a edita Master stiluri text</a:t>
            </a:r>
          </a:p>
          <a:p>
            <a:pPr lvl="1"/>
            <a:r>
              <a:rPr lang="ro-RO"/>
              <a:t>al doilea nivel</a:t>
            </a:r>
          </a:p>
          <a:p>
            <a:pPr lvl="2"/>
            <a:r>
              <a:rPr lang="ro-RO"/>
              <a:t>al treilea nivel</a:t>
            </a:r>
          </a:p>
          <a:p>
            <a:pPr lvl="3"/>
            <a:r>
              <a:rPr lang="ro-RO"/>
              <a:t>al patrulea nivel</a:t>
            </a:r>
          </a:p>
          <a:p>
            <a:pPr lvl="4"/>
            <a:r>
              <a:rPr lang="ro-RO"/>
              <a:t>al cincilea nivel</a:t>
            </a:r>
          </a:p>
        </p:txBody>
      </p:sp>
      <p:sp>
        <p:nvSpPr>
          <p:cNvPr id="4" name="Substituent dată 3">
            <a:extLst>
              <a:ext uri="{FF2B5EF4-FFF2-40B4-BE49-F238E27FC236}">
                <a16:creationId xmlns:a16="http://schemas.microsoft.com/office/drawing/2014/main" id="{EBBCEE5C-DB63-4B52-AA63-2C2BEA8CAFF8}"/>
              </a:ext>
            </a:extLst>
          </p:cNvPr>
          <p:cNvSpPr>
            <a:spLocks noGrp="1"/>
          </p:cNvSpPr>
          <p:nvPr>
            <p:ph type="dt" sz="half" idx="10"/>
          </p:nvPr>
        </p:nvSpPr>
        <p:spPr/>
        <p:txBody>
          <a:bodyPr/>
          <a:lstStyle/>
          <a:p>
            <a:fld id="{CEDF3177-3182-4364-9A9C-A63977F4CA47}" type="datetimeFigureOut">
              <a:rPr lang="ro-RO" smtClean="0"/>
              <a:t>11.05.2020</a:t>
            </a:fld>
            <a:endParaRPr lang="ro-RO"/>
          </a:p>
        </p:txBody>
      </p:sp>
      <p:sp>
        <p:nvSpPr>
          <p:cNvPr id="5" name="Substituent subsol 4">
            <a:extLst>
              <a:ext uri="{FF2B5EF4-FFF2-40B4-BE49-F238E27FC236}">
                <a16:creationId xmlns:a16="http://schemas.microsoft.com/office/drawing/2014/main" id="{A2EA4750-6C96-4A39-8CE6-5CFBA17FF666}"/>
              </a:ext>
            </a:extLst>
          </p:cNvPr>
          <p:cNvSpPr>
            <a:spLocks noGrp="1"/>
          </p:cNvSpPr>
          <p:nvPr>
            <p:ph type="ftr" sz="quarter" idx="11"/>
          </p:nvPr>
        </p:nvSpPr>
        <p:spPr/>
        <p:txBody>
          <a:bodyPr/>
          <a:lstStyle/>
          <a:p>
            <a:endParaRPr lang="ro-RO"/>
          </a:p>
        </p:txBody>
      </p:sp>
      <p:sp>
        <p:nvSpPr>
          <p:cNvPr id="6" name="Substituent număr diapozitiv 5">
            <a:extLst>
              <a:ext uri="{FF2B5EF4-FFF2-40B4-BE49-F238E27FC236}">
                <a16:creationId xmlns:a16="http://schemas.microsoft.com/office/drawing/2014/main" id="{1250FCCB-7EEA-4B1A-8AC3-A1C0996CF8AB}"/>
              </a:ext>
            </a:extLst>
          </p:cNvPr>
          <p:cNvSpPr>
            <a:spLocks noGrp="1"/>
          </p:cNvSpPr>
          <p:nvPr>
            <p:ph type="sldNum" sz="quarter" idx="12"/>
          </p:nvPr>
        </p:nvSpPr>
        <p:spPr/>
        <p:txBody>
          <a:bodyPr/>
          <a:lstStyle/>
          <a:p>
            <a:fld id="{E88326DE-6BFA-4E94-A868-AC3CDC4FB37B}" type="slidenum">
              <a:rPr lang="ro-RO" smtClean="0"/>
              <a:t>‹#›</a:t>
            </a:fld>
            <a:endParaRPr lang="ro-RO"/>
          </a:p>
        </p:txBody>
      </p:sp>
    </p:spTree>
    <p:extLst>
      <p:ext uri="{BB962C8B-B14F-4D97-AF65-F5344CB8AC3E}">
        <p14:creationId xmlns:p14="http://schemas.microsoft.com/office/powerpoint/2010/main" val="11634954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ntet secțiune">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9222B7CB-587B-4B0C-90B0-8D8CADD552BC}"/>
              </a:ext>
            </a:extLst>
          </p:cNvPr>
          <p:cNvSpPr>
            <a:spLocks noGrp="1"/>
          </p:cNvSpPr>
          <p:nvPr>
            <p:ph type="title"/>
          </p:nvPr>
        </p:nvSpPr>
        <p:spPr>
          <a:xfrm>
            <a:off x="831850" y="1709738"/>
            <a:ext cx="10515600" cy="2852737"/>
          </a:xfrm>
        </p:spPr>
        <p:txBody>
          <a:bodyPr anchor="b"/>
          <a:lstStyle>
            <a:lvl1pPr>
              <a:defRPr sz="6000"/>
            </a:lvl1pPr>
          </a:lstStyle>
          <a:p>
            <a:r>
              <a:rPr lang="ro-RO"/>
              <a:t>Faceți clic pentru a edita stilul de titlu coordonator</a:t>
            </a:r>
          </a:p>
        </p:txBody>
      </p:sp>
      <p:sp>
        <p:nvSpPr>
          <p:cNvPr id="3" name="Substituent text 2">
            <a:extLst>
              <a:ext uri="{FF2B5EF4-FFF2-40B4-BE49-F238E27FC236}">
                <a16:creationId xmlns:a16="http://schemas.microsoft.com/office/drawing/2014/main" id="{36E5DC03-9293-493F-92D9-132CCF42635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o-RO"/>
              <a:t>Faceţi clic pentru a edita Master stiluri text</a:t>
            </a:r>
          </a:p>
        </p:txBody>
      </p:sp>
      <p:sp>
        <p:nvSpPr>
          <p:cNvPr id="4" name="Substituent dată 3">
            <a:extLst>
              <a:ext uri="{FF2B5EF4-FFF2-40B4-BE49-F238E27FC236}">
                <a16:creationId xmlns:a16="http://schemas.microsoft.com/office/drawing/2014/main" id="{1CF32006-5254-49BF-805F-62B29EBDF7F8}"/>
              </a:ext>
            </a:extLst>
          </p:cNvPr>
          <p:cNvSpPr>
            <a:spLocks noGrp="1"/>
          </p:cNvSpPr>
          <p:nvPr>
            <p:ph type="dt" sz="half" idx="10"/>
          </p:nvPr>
        </p:nvSpPr>
        <p:spPr/>
        <p:txBody>
          <a:bodyPr/>
          <a:lstStyle/>
          <a:p>
            <a:fld id="{CEDF3177-3182-4364-9A9C-A63977F4CA47}" type="datetimeFigureOut">
              <a:rPr lang="ro-RO" smtClean="0"/>
              <a:t>11.05.2020</a:t>
            </a:fld>
            <a:endParaRPr lang="ro-RO"/>
          </a:p>
        </p:txBody>
      </p:sp>
      <p:sp>
        <p:nvSpPr>
          <p:cNvPr id="5" name="Substituent subsol 4">
            <a:extLst>
              <a:ext uri="{FF2B5EF4-FFF2-40B4-BE49-F238E27FC236}">
                <a16:creationId xmlns:a16="http://schemas.microsoft.com/office/drawing/2014/main" id="{93A17ECC-334D-48A8-937D-22DB623AEF4C}"/>
              </a:ext>
            </a:extLst>
          </p:cNvPr>
          <p:cNvSpPr>
            <a:spLocks noGrp="1"/>
          </p:cNvSpPr>
          <p:nvPr>
            <p:ph type="ftr" sz="quarter" idx="11"/>
          </p:nvPr>
        </p:nvSpPr>
        <p:spPr/>
        <p:txBody>
          <a:bodyPr/>
          <a:lstStyle/>
          <a:p>
            <a:endParaRPr lang="ro-RO"/>
          </a:p>
        </p:txBody>
      </p:sp>
      <p:sp>
        <p:nvSpPr>
          <p:cNvPr id="6" name="Substituent număr diapozitiv 5">
            <a:extLst>
              <a:ext uri="{FF2B5EF4-FFF2-40B4-BE49-F238E27FC236}">
                <a16:creationId xmlns:a16="http://schemas.microsoft.com/office/drawing/2014/main" id="{A8F36B46-E3A6-4E5A-9308-07A4E99AF503}"/>
              </a:ext>
            </a:extLst>
          </p:cNvPr>
          <p:cNvSpPr>
            <a:spLocks noGrp="1"/>
          </p:cNvSpPr>
          <p:nvPr>
            <p:ph type="sldNum" sz="quarter" idx="12"/>
          </p:nvPr>
        </p:nvSpPr>
        <p:spPr/>
        <p:txBody>
          <a:bodyPr/>
          <a:lstStyle/>
          <a:p>
            <a:fld id="{E88326DE-6BFA-4E94-A868-AC3CDC4FB37B}" type="slidenum">
              <a:rPr lang="ro-RO" smtClean="0"/>
              <a:t>‹#›</a:t>
            </a:fld>
            <a:endParaRPr lang="ro-RO"/>
          </a:p>
        </p:txBody>
      </p:sp>
    </p:spTree>
    <p:extLst>
      <p:ext uri="{BB962C8B-B14F-4D97-AF65-F5344CB8AC3E}">
        <p14:creationId xmlns:p14="http://schemas.microsoft.com/office/powerpoint/2010/main" val="17142424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uă tipuri de conținut">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C3A3A4D2-43D4-47EE-865F-FA02E14688E6}"/>
              </a:ext>
            </a:extLst>
          </p:cNvPr>
          <p:cNvSpPr>
            <a:spLocks noGrp="1"/>
          </p:cNvSpPr>
          <p:nvPr>
            <p:ph type="title"/>
          </p:nvPr>
        </p:nvSpPr>
        <p:spPr/>
        <p:txBody>
          <a:bodyPr/>
          <a:lstStyle/>
          <a:p>
            <a:r>
              <a:rPr lang="ro-RO"/>
              <a:t>Faceți clic pentru a edita stilul de titlu coordonator</a:t>
            </a:r>
          </a:p>
        </p:txBody>
      </p:sp>
      <p:sp>
        <p:nvSpPr>
          <p:cNvPr id="3" name="Substituent conținut 2">
            <a:extLst>
              <a:ext uri="{FF2B5EF4-FFF2-40B4-BE49-F238E27FC236}">
                <a16:creationId xmlns:a16="http://schemas.microsoft.com/office/drawing/2014/main" id="{417C5B4A-FAFB-46F1-8BFE-01AC0006BA44}"/>
              </a:ext>
            </a:extLst>
          </p:cNvPr>
          <p:cNvSpPr>
            <a:spLocks noGrp="1"/>
          </p:cNvSpPr>
          <p:nvPr>
            <p:ph sz="half" idx="1"/>
          </p:nvPr>
        </p:nvSpPr>
        <p:spPr>
          <a:xfrm>
            <a:off x="838200" y="1825625"/>
            <a:ext cx="5181600" cy="4351338"/>
          </a:xfrm>
        </p:spPr>
        <p:txBody>
          <a:bodyPr/>
          <a:lstStyle/>
          <a:p>
            <a:pPr lvl="0"/>
            <a:r>
              <a:rPr lang="ro-RO"/>
              <a:t>Faceţi clic pentru a edita Master stiluri text</a:t>
            </a:r>
          </a:p>
          <a:p>
            <a:pPr lvl="1"/>
            <a:r>
              <a:rPr lang="ro-RO"/>
              <a:t>al doilea nivel</a:t>
            </a:r>
          </a:p>
          <a:p>
            <a:pPr lvl="2"/>
            <a:r>
              <a:rPr lang="ro-RO"/>
              <a:t>al treilea nivel</a:t>
            </a:r>
          </a:p>
          <a:p>
            <a:pPr lvl="3"/>
            <a:r>
              <a:rPr lang="ro-RO"/>
              <a:t>al patrulea nivel</a:t>
            </a:r>
          </a:p>
          <a:p>
            <a:pPr lvl="4"/>
            <a:r>
              <a:rPr lang="ro-RO"/>
              <a:t>al cincilea nivel</a:t>
            </a:r>
          </a:p>
        </p:txBody>
      </p:sp>
      <p:sp>
        <p:nvSpPr>
          <p:cNvPr id="4" name="Substituent conținut 3">
            <a:extLst>
              <a:ext uri="{FF2B5EF4-FFF2-40B4-BE49-F238E27FC236}">
                <a16:creationId xmlns:a16="http://schemas.microsoft.com/office/drawing/2014/main" id="{9CEDE08E-FE4D-4756-8957-517AD019077F}"/>
              </a:ext>
            </a:extLst>
          </p:cNvPr>
          <p:cNvSpPr>
            <a:spLocks noGrp="1"/>
          </p:cNvSpPr>
          <p:nvPr>
            <p:ph sz="half" idx="2"/>
          </p:nvPr>
        </p:nvSpPr>
        <p:spPr>
          <a:xfrm>
            <a:off x="6172200" y="1825625"/>
            <a:ext cx="5181600" cy="4351338"/>
          </a:xfrm>
        </p:spPr>
        <p:txBody>
          <a:bodyPr/>
          <a:lstStyle/>
          <a:p>
            <a:pPr lvl="0"/>
            <a:r>
              <a:rPr lang="ro-RO"/>
              <a:t>Faceţi clic pentru a edita Master stiluri text</a:t>
            </a:r>
          </a:p>
          <a:p>
            <a:pPr lvl="1"/>
            <a:r>
              <a:rPr lang="ro-RO"/>
              <a:t>al doilea nivel</a:t>
            </a:r>
          </a:p>
          <a:p>
            <a:pPr lvl="2"/>
            <a:r>
              <a:rPr lang="ro-RO"/>
              <a:t>al treilea nivel</a:t>
            </a:r>
          </a:p>
          <a:p>
            <a:pPr lvl="3"/>
            <a:r>
              <a:rPr lang="ro-RO"/>
              <a:t>al patrulea nivel</a:t>
            </a:r>
          </a:p>
          <a:p>
            <a:pPr lvl="4"/>
            <a:r>
              <a:rPr lang="ro-RO"/>
              <a:t>al cincilea nivel</a:t>
            </a:r>
          </a:p>
        </p:txBody>
      </p:sp>
      <p:sp>
        <p:nvSpPr>
          <p:cNvPr id="5" name="Substituent dată 4">
            <a:extLst>
              <a:ext uri="{FF2B5EF4-FFF2-40B4-BE49-F238E27FC236}">
                <a16:creationId xmlns:a16="http://schemas.microsoft.com/office/drawing/2014/main" id="{EAC004EA-AB2A-4E4B-831C-4C25BBC3A114}"/>
              </a:ext>
            </a:extLst>
          </p:cNvPr>
          <p:cNvSpPr>
            <a:spLocks noGrp="1"/>
          </p:cNvSpPr>
          <p:nvPr>
            <p:ph type="dt" sz="half" idx="10"/>
          </p:nvPr>
        </p:nvSpPr>
        <p:spPr/>
        <p:txBody>
          <a:bodyPr/>
          <a:lstStyle/>
          <a:p>
            <a:fld id="{CEDF3177-3182-4364-9A9C-A63977F4CA47}" type="datetimeFigureOut">
              <a:rPr lang="ro-RO" smtClean="0"/>
              <a:t>11.05.2020</a:t>
            </a:fld>
            <a:endParaRPr lang="ro-RO"/>
          </a:p>
        </p:txBody>
      </p:sp>
      <p:sp>
        <p:nvSpPr>
          <p:cNvPr id="6" name="Substituent subsol 5">
            <a:extLst>
              <a:ext uri="{FF2B5EF4-FFF2-40B4-BE49-F238E27FC236}">
                <a16:creationId xmlns:a16="http://schemas.microsoft.com/office/drawing/2014/main" id="{9181333E-78F7-430E-ABBC-FB03F43F1E24}"/>
              </a:ext>
            </a:extLst>
          </p:cNvPr>
          <p:cNvSpPr>
            <a:spLocks noGrp="1"/>
          </p:cNvSpPr>
          <p:nvPr>
            <p:ph type="ftr" sz="quarter" idx="11"/>
          </p:nvPr>
        </p:nvSpPr>
        <p:spPr/>
        <p:txBody>
          <a:bodyPr/>
          <a:lstStyle/>
          <a:p>
            <a:endParaRPr lang="ro-RO"/>
          </a:p>
        </p:txBody>
      </p:sp>
      <p:sp>
        <p:nvSpPr>
          <p:cNvPr id="7" name="Substituent număr diapozitiv 6">
            <a:extLst>
              <a:ext uri="{FF2B5EF4-FFF2-40B4-BE49-F238E27FC236}">
                <a16:creationId xmlns:a16="http://schemas.microsoft.com/office/drawing/2014/main" id="{8D3043A7-4AEE-4A34-86EF-C813A533640B}"/>
              </a:ext>
            </a:extLst>
          </p:cNvPr>
          <p:cNvSpPr>
            <a:spLocks noGrp="1"/>
          </p:cNvSpPr>
          <p:nvPr>
            <p:ph type="sldNum" sz="quarter" idx="12"/>
          </p:nvPr>
        </p:nvSpPr>
        <p:spPr/>
        <p:txBody>
          <a:bodyPr/>
          <a:lstStyle/>
          <a:p>
            <a:fld id="{E88326DE-6BFA-4E94-A868-AC3CDC4FB37B}" type="slidenum">
              <a:rPr lang="ro-RO" smtClean="0"/>
              <a:t>‹#›</a:t>
            </a:fld>
            <a:endParaRPr lang="ro-RO"/>
          </a:p>
        </p:txBody>
      </p:sp>
    </p:spTree>
    <p:extLst>
      <p:ext uri="{BB962C8B-B14F-4D97-AF65-F5344CB8AC3E}">
        <p14:creationId xmlns:p14="http://schemas.microsoft.com/office/powerpoint/2010/main" val="2195179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ție">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3124B782-FB3A-447F-B871-6E31C9724155}"/>
              </a:ext>
            </a:extLst>
          </p:cNvPr>
          <p:cNvSpPr>
            <a:spLocks noGrp="1"/>
          </p:cNvSpPr>
          <p:nvPr>
            <p:ph type="title"/>
          </p:nvPr>
        </p:nvSpPr>
        <p:spPr>
          <a:xfrm>
            <a:off x="839788" y="365125"/>
            <a:ext cx="10515600" cy="1325563"/>
          </a:xfrm>
        </p:spPr>
        <p:txBody>
          <a:bodyPr/>
          <a:lstStyle/>
          <a:p>
            <a:r>
              <a:rPr lang="ro-RO"/>
              <a:t>Faceți clic pentru a edita stilul de titlu coordonator</a:t>
            </a:r>
          </a:p>
        </p:txBody>
      </p:sp>
      <p:sp>
        <p:nvSpPr>
          <p:cNvPr id="3" name="Substituent text 2">
            <a:extLst>
              <a:ext uri="{FF2B5EF4-FFF2-40B4-BE49-F238E27FC236}">
                <a16:creationId xmlns:a16="http://schemas.microsoft.com/office/drawing/2014/main" id="{AB509D01-3E7C-4DF4-9E3C-D72A3EFD73F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o-RO"/>
              <a:t>Faceţi clic pentru a edita Master stiluri text</a:t>
            </a:r>
          </a:p>
        </p:txBody>
      </p:sp>
      <p:sp>
        <p:nvSpPr>
          <p:cNvPr id="4" name="Substituent conținut 3">
            <a:extLst>
              <a:ext uri="{FF2B5EF4-FFF2-40B4-BE49-F238E27FC236}">
                <a16:creationId xmlns:a16="http://schemas.microsoft.com/office/drawing/2014/main" id="{33661320-89FD-4CC4-BDB7-4605B0E2B266}"/>
              </a:ext>
            </a:extLst>
          </p:cNvPr>
          <p:cNvSpPr>
            <a:spLocks noGrp="1"/>
          </p:cNvSpPr>
          <p:nvPr>
            <p:ph sz="half" idx="2"/>
          </p:nvPr>
        </p:nvSpPr>
        <p:spPr>
          <a:xfrm>
            <a:off x="839788" y="2505075"/>
            <a:ext cx="5157787" cy="3684588"/>
          </a:xfrm>
        </p:spPr>
        <p:txBody>
          <a:bodyPr/>
          <a:lstStyle/>
          <a:p>
            <a:pPr lvl="0"/>
            <a:r>
              <a:rPr lang="ro-RO"/>
              <a:t>Faceţi clic pentru a edita Master stiluri text</a:t>
            </a:r>
          </a:p>
          <a:p>
            <a:pPr lvl="1"/>
            <a:r>
              <a:rPr lang="ro-RO"/>
              <a:t>al doilea nivel</a:t>
            </a:r>
          </a:p>
          <a:p>
            <a:pPr lvl="2"/>
            <a:r>
              <a:rPr lang="ro-RO"/>
              <a:t>al treilea nivel</a:t>
            </a:r>
          </a:p>
          <a:p>
            <a:pPr lvl="3"/>
            <a:r>
              <a:rPr lang="ro-RO"/>
              <a:t>al patrulea nivel</a:t>
            </a:r>
          </a:p>
          <a:p>
            <a:pPr lvl="4"/>
            <a:r>
              <a:rPr lang="ro-RO"/>
              <a:t>al cincilea nivel</a:t>
            </a:r>
          </a:p>
        </p:txBody>
      </p:sp>
      <p:sp>
        <p:nvSpPr>
          <p:cNvPr id="5" name="Substituent text 4">
            <a:extLst>
              <a:ext uri="{FF2B5EF4-FFF2-40B4-BE49-F238E27FC236}">
                <a16:creationId xmlns:a16="http://schemas.microsoft.com/office/drawing/2014/main" id="{3100E19B-47ED-4E41-BFAE-1B3206555A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o-RO"/>
              <a:t>Faceţi clic pentru a edita Master stiluri text</a:t>
            </a:r>
          </a:p>
        </p:txBody>
      </p:sp>
      <p:sp>
        <p:nvSpPr>
          <p:cNvPr id="6" name="Substituent conținut 5">
            <a:extLst>
              <a:ext uri="{FF2B5EF4-FFF2-40B4-BE49-F238E27FC236}">
                <a16:creationId xmlns:a16="http://schemas.microsoft.com/office/drawing/2014/main" id="{C25F424D-4C6B-4967-A471-95EFF064F955}"/>
              </a:ext>
            </a:extLst>
          </p:cNvPr>
          <p:cNvSpPr>
            <a:spLocks noGrp="1"/>
          </p:cNvSpPr>
          <p:nvPr>
            <p:ph sz="quarter" idx="4"/>
          </p:nvPr>
        </p:nvSpPr>
        <p:spPr>
          <a:xfrm>
            <a:off x="6172200" y="2505075"/>
            <a:ext cx="5183188" cy="3684588"/>
          </a:xfrm>
        </p:spPr>
        <p:txBody>
          <a:bodyPr/>
          <a:lstStyle/>
          <a:p>
            <a:pPr lvl="0"/>
            <a:r>
              <a:rPr lang="ro-RO"/>
              <a:t>Faceţi clic pentru a edita Master stiluri text</a:t>
            </a:r>
          </a:p>
          <a:p>
            <a:pPr lvl="1"/>
            <a:r>
              <a:rPr lang="ro-RO"/>
              <a:t>al doilea nivel</a:t>
            </a:r>
          </a:p>
          <a:p>
            <a:pPr lvl="2"/>
            <a:r>
              <a:rPr lang="ro-RO"/>
              <a:t>al treilea nivel</a:t>
            </a:r>
          </a:p>
          <a:p>
            <a:pPr lvl="3"/>
            <a:r>
              <a:rPr lang="ro-RO"/>
              <a:t>al patrulea nivel</a:t>
            </a:r>
          </a:p>
          <a:p>
            <a:pPr lvl="4"/>
            <a:r>
              <a:rPr lang="ro-RO"/>
              <a:t>al cincilea nivel</a:t>
            </a:r>
          </a:p>
        </p:txBody>
      </p:sp>
      <p:sp>
        <p:nvSpPr>
          <p:cNvPr id="7" name="Substituent dată 6">
            <a:extLst>
              <a:ext uri="{FF2B5EF4-FFF2-40B4-BE49-F238E27FC236}">
                <a16:creationId xmlns:a16="http://schemas.microsoft.com/office/drawing/2014/main" id="{46FC8391-6942-44AB-AA35-EE37E08CA2C8}"/>
              </a:ext>
            </a:extLst>
          </p:cNvPr>
          <p:cNvSpPr>
            <a:spLocks noGrp="1"/>
          </p:cNvSpPr>
          <p:nvPr>
            <p:ph type="dt" sz="half" idx="10"/>
          </p:nvPr>
        </p:nvSpPr>
        <p:spPr/>
        <p:txBody>
          <a:bodyPr/>
          <a:lstStyle/>
          <a:p>
            <a:fld id="{CEDF3177-3182-4364-9A9C-A63977F4CA47}" type="datetimeFigureOut">
              <a:rPr lang="ro-RO" smtClean="0"/>
              <a:t>11.05.2020</a:t>
            </a:fld>
            <a:endParaRPr lang="ro-RO"/>
          </a:p>
        </p:txBody>
      </p:sp>
      <p:sp>
        <p:nvSpPr>
          <p:cNvPr id="8" name="Substituent subsol 7">
            <a:extLst>
              <a:ext uri="{FF2B5EF4-FFF2-40B4-BE49-F238E27FC236}">
                <a16:creationId xmlns:a16="http://schemas.microsoft.com/office/drawing/2014/main" id="{9D2012A8-2BB8-461D-9F65-2703E2F043CB}"/>
              </a:ext>
            </a:extLst>
          </p:cNvPr>
          <p:cNvSpPr>
            <a:spLocks noGrp="1"/>
          </p:cNvSpPr>
          <p:nvPr>
            <p:ph type="ftr" sz="quarter" idx="11"/>
          </p:nvPr>
        </p:nvSpPr>
        <p:spPr/>
        <p:txBody>
          <a:bodyPr/>
          <a:lstStyle/>
          <a:p>
            <a:endParaRPr lang="ro-RO"/>
          </a:p>
        </p:txBody>
      </p:sp>
      <p:sp>
        <p:nvSpPr>
          <p:cNvPr id="9" name="Substituent număr diapozitiv 8">
            <a:extLst>
              <a:ext uri="{FF2B5EF4-FFF2-40B4-BE49-F238E27FC236}">
                <a16:creationId xmlns:a16="http://schemas.microsoft.com/office/drawing/2014/main" id="{76B41949-5019-4EDC-AC48-5DE9ED5BC072}"/>
              </a:ext>
            </a:extLst>
          </p:cNvPr>
          <p:cNvSpPr>
            <a:spLocks noGrp="1"/>
          </p:cNvSpPr>
          <p:nvPr>
            <p:ph type="sldNum" sz="quarter" idx="12"/>
          </p:nvPr>
        </p:nvSpPr>
        <p:spPr/>
        <p:txBody>
          <a:bodyPr/>
          <a:lstStyle/>
          <a:p>
            <a:fld id="{E88326DE-6BFA-4E94-A868-AC3CDC4FB37B}" type="slidenum">
              <a:rPr lang="ro-RO" smtClean="0"/>
              <a:t>‹#›</a:t>
            </a:fld>
            <a:endParaRPr lang="ro-RO"/>
          </a:p>
        </p:txBody>
      </p:sp>
    </p:spTree>
    <p:extLst>
      <p:ext uri="{BB962C8B-B14F-4D97-AF65-F5344CB8AC3E}">
        <p14:creationId xmlns:p14="http://schemas.microsoft.com/office/powerpoint/2010/main" val="3051033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Doar titlu">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B9E2F9DB-FD73-4E40-A32C-584E029887B3}"/>
              </a:ext>
            </a:extLst>
          </p:cNvPr>
          <p:cNvSpPr>
            <a:spLocks noGrp="1"/>
          </p:cNvSpPr>
          <p:nvPr>
            <p:ph type="title"/>
          </p:nvPr>
        </p:nvSpPr>
        <p:spPr/>
        <p:txBody>
          <a:bodyPr/>
          <a:lstStyle/>
          <a:p>
            <a:r>
              <a:rPr lang="ro-RO"/>
              <a:t>Faceți clic pentru a edita stilul de titlu coordonator</a:t>
            </a:r>
          </a:p>
        </p:txBody>
      </p:sp>
      <p:sp>
        <p:nvSpPr>
          <p:cNvPr id="3" name="Substituent dată 2">
            <a:extLst>
              <a:ext uri="{FF2B5EF4-FFF2-40B4-BE49-F238E27FC236}">
                <a16:creationId xmlns:a16="http://schemas.microsoft.com/office/drawing/2014/main" id="{2DB0D613-314B-4448-818E-F61F455B2DD0}"/>
              </a:ext>
            </a:extLst>
          </p:cNvPr>
          <p:cNvSpPr>
            <a:spLocks noGrp="1"/>
          </p:cNvSpPr>
          <p:nvPr>
            <p:ph type="dt" sz="half" idx="10"/>
          </p:nvPr>
        </p:nvSpPr>
        <p:spPr/>
        <p:txBody>
          <a:bodyPr/>
          <a:lstStyle/>
          <a:p>
            <a:fld id="{CEDF3177-3182-4364-9A9C-A63977F4CA47}" type="datetimeFigureOut">
              <a:rPr lang="ro-RO" smtClean="0"/>
              <a:t>11.05.2020</a:t>
            </a:fld>
            <a:endParaRPr lang="ro-RO"/>
          </a:p>
        </p:txBody>
      </p:sp>
      <p:sp>
        <p:nvSpPr>
          <p:cNvPr id="4" name="Substituent subsol 3">
            <a:extLst>
              <a:ext uri="{FF2B5EF4-FFF2-40B4-BE49-F238E27FC236}">
                <a16:creationId xmlns:a16="http://schemas.microsoft.com/office/drawing/2014/main" id="{28C9D203-FAE8-44CC-ABB0-A63E8EF12F3F}"/>
              </a:ext>
            </a:extLst>
          </p:cNvPr>
          <p:cNvSpPr>
            <a:spLocks noGrp="1"/>
          </p:cNvSpPr>
          <p:nvPr>
            <p:ph type="ftr" sz="quarter" idx="11"/>
          </p:nvPr>
        </p:nvSpPr>
        <p:spPr/>
        <p:txBody>
          <a:bodyPr/>
          <a:lstStyle/>
          <a:p>
            <a:endParaRPr lang="ro-RO"/>
          </a:p>
        </p:txBody>
      </p:sp>
      <p:sp>
        <p:nvSpPr>
          <p:cNvPr id="5" name="Substituent număr diapozitiv 4">
            <a:extLst>
              <a:ext uri="{FF2B5EF4-FFF2-40B4-BE49-F238E27FC236}">
                <a16:creationId xmlns:a16="http://schemas.microsoft.com/office/drawing/2014/main" id="{097B98DF-A199-4592-A9B3-0D2822618486}"/>
              </a:ext>
            </a:extLst>
          </p:cNvPr>
          <p:cNvSpPr>
            <a:spLocks noGrp="1"/>
          </p:cNvSpPr>
          <p:nvPr>
            <p:ph type="sldNum" sz="quarter" idx="12"/>
          </p:nvPr>
        </p:nvSpPr>
        <p:spPr/>
        <p:txBody>
          <a:bodyPr/>
          <a:lstStyle/>
          <a:p>
            <a:fld id="{E88326DE-6BFA-4E94-A868-AC3CDC4FB37B}" type="slidenum">
              <a:rPr lang="ro-RO" smtClean="0"/>
              <a:t>‹#›</a:t>
            </a:fld>
            <a:endParaRPr lang="ro-RO"/>
          </a:p>
        </p:txBody>
      </p:sp>
    </p:spTree>
    <p:extLst>
      <p:ext uri="{BB962C8B-B14F-4D97-AF65-F5344CB8AC3E}">
        <p14:creationId xmlns:p14="http://schemas.microsoft.com/office/powerpoint/2010/main" val="41878255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Necompletat">
    <p:spTree>
      <p:nvGrpSpPr>
        <p:cNvPr id="1" name=""/>
        <p:cNvGrpSpPr/>
        <p:nvPr/>
      </p:nvGrpSpPr>
      <p:grpSpPr>
        <a:xfrm>
          <a:off x="0" y="0"/>
          <a:ext cx="0" cy="0"/>
          <a:chOff x="0" y="0"/>
          <a:chExt cx="0" cy="0"/>
        </a:xfrm>
      </p:grpSpPr>
      <p:sp>
        <p:nvSpPr>
          <p:cNvPr id="2" name="Substituent dată 1">
            <a:extLst>
              <a:ext uri="{FF2B5EF4-FFF2-40B4-BE49-F238E27FC236}">
                <a16:creationId xmlns:a16="http://schemas.microsoft.com/office/drawing/2014/main" id="{5AC11E33-E4F9-4B70-AF84-E558DD67D21F}"/>
              </a:ext>
            </a:extLst>
          </p:cNvPr>
          <p:cNvSpPr>
            <a:spLocks noGrp="1"/>
          </p:cNvSpPr>
          <p:nvPr>
            <p:ph type="dt" sz="half" idx="10"/>
          </p:nvPr>
        </p:nvSpPr>
        <p:spPr/>
        <p:txBody>
          <a:bodyPr/>
          <a:lstStyle/>
          <a:p>
            <a:fld id="{CEDF3177-3182-4364-9A9C-A63977F4CA47}" type="datetimeFigureOut">
              <a:rPr lang="ro-RO" smtClean="0"/>
              <a:t>11.05.2020</a:t>
            </a:fld>
            <a:endParaRPr lang="ro-RO"/>
          </a:p>
        </p:txBody>
      </p:sp>
      <p:sp>
        <p:nvSpPr>
          <p:cNvPr id="3" name="Substituent subsol 2">
            <a:extLst>
              <a:ext uri="{FF2B5EF4-FFF2-40B4-BE49-F238E27FC236}">
                <a16:creationId xmlns:a16="http://schemas.microsoft.com/office/drawing/2014/main" id="{B05172E6-C083-4725-8777-7C6E23451972}"/>
              </a:ext>
            </a:extLst>
          </p:cNvPr>
          <p:cNvSpPr>
            <a:spLocks noGrp="1"/>
          </p:cNvSpPr>
          <p:nvPr>
            <p:ph type="ftr" sz="quarter" idx="11"/>
          </p:nvPr>
        </p:nvSpPr>
        <p:spPr/>
        <p:txBody>
          <a:bodyPr/>
          <a:lstStyle/>
          <a:p>
            <a:endParaRPr lang="ro-RO"/>
          </a:p>
        </p:txBody>
      </p:sp>
      <p:sp>
        <p:nvSpPr>
          <p:cNvPr id="4" name="Substituent număr diapozitiv 3">
            <a:extLst>
              <a:ext uri="{FF2B5EF4-FFF2-40B4-BE49-F238E27FC236}">
                <a16:creationId xmlns:a16="http://schemas.microsoft.com/office/drawing/2014/main" id="{1A495AF8-BB32-450A-BDD8-1AA37C483144}"/>
              </a:ext>
            </a:extLst>
          </p:cNvPr>
          <p:cNvSpPr>
            <a:spLocks noGrp="1"/>
          </p:cNvSpPr>
          <p:nvPr>
            <p:ph type="sldNum" sz="quarter" idx="12"/>
          </p:nvPr>
        </p:nvSpPr>
        <p:spPr/>
        <p:txBody>
          <a:bodyPr/>
          <a:lstStyle/>
          <a:p>
            <a:fld id="{E88326DE-6BFA-4E94-A868-AC3CDC4FB37B}" type="slidenum">
              <a:rPr lang="ro-RO" smtClean="0"/>
              <a:t>‹#›</a:t>
            </a:fld>
            <a:endParaRPr lang="ro-RO"/>
          </a:p>
        </p:txBody>
      </p:sp>
    </p:spTree>
    <p:extLst>
      <p:ext uri="{BB962C8B-B14F-4D97-AF65-F5344CB8AC3E}">
        <p14:creationId xmlns:p14="http://schemas.microsoft.com/office/powerpoint/2010/main" val="18258595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ținut cu legendă">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2308CC0A-3069-4A20-837E-AA77E73D8FAA}"/>
              </a:ext>
            </a:extLst>
          </p:cNvPr>
          <p:cNvSpPr>
            <a:spLocks noGrp="1"/>
          </p:cNvSpPr>
          <p:nvPr>
            <p:ph type="title"/>
          </p:nvPr>
        </p:nvSpPr>
        <p:spPr>
          <a:xfrm>
            <a:off x="839788" y="457200"/>
            <a:ext cx="3932237" cy="1600200"/>
          </a:xfrm>
        </p:spPr>
        <p:txBody>
          <a:bodyPr anchor="b"/>
          <a:lstStyle>
            <a:lvl1pPr>
              <a:defRPr sz="3200"/>
            </a:lvl1pPr>
          </a:lstStyle>
          <a:p>
            <a:r>
              <a:rPr lang="ro-RO"/>
              <a:t>Faceți clic pentru a edita stilul de titlu coordonator</a:t>
            </a:r>
          </a:p>
        </p:txBody>
      </p:sp>
      <p:sp>
        <p:nvSpPr>
          <p:cNvPr id="3" name="Substituent conținut 2">
            <a:extLst>
              <a:ext uri="{FF2B5EF4-FFF2-40B4-BE49-F238E27FC236}">
                <a16:creationId xmlns:a16="http://schemas.microsoft.com/office/drawing/2014/main" id="{2A525CE4-FCA6-4785-AEAB-60FEE12A792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o-RO"/>
              <a:t>Faceţi clic pentru a edita Master stiluri text</a:t>
            </a:r>
          </a:p>
          <a:p>
            <a:pPr lvl="1"/>
            <a:r>
              <a:rPr lang="ro-RO"/>
              <a:t>al doilea nivel</a:t>
            </a:r>
          </a:p>
          <a:p>
            <a:pPr lvl="2"/>
            <a:r>
              <a:rPr lang="ro-RO"/>
              <a:t>al treilea nivel</a:t>
            </a:r>
          </a:p>
          <a:p>
            <a:pPr lvl="3"/>
            <a:r>
              <a:rPr lang="ro-RO"/>
              <a:t>al patrulea nivel</a:t>
            </a:r>
          </a:p>
          <a:p>
            <a:pPr lvl="4"/>
            <a:r>
              <a:rPr lang="ro-RO"/>
              <a:t>al cincilea nivel</a:t>
            </a:r>
          </a:p>
        </p:txBody>
      </p:sp>
      <p:sp>
        <p:nvSpPr>
          <p:cNvPr id="4" name="Substituent text 3">
            <a:extLst>
              <a:ext uri="{FF2B5EF4-FFF2-40B4-BE49-F238E27FC236}">
                <a16:creationId xmlns:a16="http://schemas.microsoft.com/office/drawing/2014/main" id="{98E98DCF-BA97-44AA-B953-DD1E344E1A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o-RO"/>
              <a:t>Faceţi clic pentru a edita Master stiluri text</a:t>
            </a:r>
          </a:p>
        </p:txBody>
      </p:sp>
      <p:sp>
        <p:nvSpPr>
          <p:cNvPr id="5" name="Substituent dată 4">
            <a:extLst>
              <a:ext uri="{FF2B5EF4-FFF2-40B4-BE49-F238E27FC236}">
                <a16:creationId xmlns:a16="http://schemas.microsoft.com/office/drawing/2014/main" id="{3280443F-396E-4967-8CA3-F5145FB68529}"/>
              </a:ext>
            </a:extLst>
          </p:cNvPr>
          <p:cNvSpPr>
            <a:spLocks noGrp="1"/>
          </p:cNvSpPr>
          <p:nvPr>
            <p:ph type="dt" sz="half" idx="10"/>
          </p:nvPr>
        </p:nvSpPr>
        <p:spPr/>
        <p:txBody>
          <a:bodyPr/>
          <a:lstStyle/>
          <a:p>
            <a:fld id="{CEDF3177-3182-4364-9A9C-A63977F4CA47}" type="datetimeFigureOut">
              <a:rPr lang="ro-RO" smtClean="0"/>
              <a:t>11.05.2020</a:t>
            </a:fld>
            <a:endParaRPr lang="ro-RO"/>
          </a:p>
        </p:txBody>
      </p:sp>
      <p:sp>
        <p:nvSpPr>
          <p:cNvPr id="6" name="Substituent subsol 5">
            <a:extLst>
              <a:ext uri="{FF2B5EF4-FFF2-40B4-BE49-F238E27FC236}">
                <a16:creationId xmlns:a16="http://schemas.microsoft.com/office/drawing/2014/main" id="{1B183BB5-78A1-4654-9CE2-EB039FF80F74}"/>
              </a:ext>
            </a:extLst>
          </p:cNvPr>
          <p:cNvSpPr>
            <a:spLocks noGrp="1"/>
          </p:cNvSpPr>
          <p:nvPr>
            <p:ph type="ftr" sz="quarter" idx="11"/>
          </p:nvPr>
        </p:nvSpPr>
        <p:spPr/>
        <p:txBody>
          <a:bodyPr/>
          <a:lstStyle/>
          <a:p>
            <a:endParaRPr lang="ro-RO"/>
          </a:p>
        </p:txBody>
      </p:sp>
      <p:sp>
        <p:nvSpPr>
          <p:cNvPr id="7" name="Substituent număr diapozitiv 6">
            <a:extLst>
              <a:ext uri="{FF2B5EF4-FFF2-40B4-BE49-F238E27FC236}">
                <a16:creationId xmlns:a16="http://schemas.microsoft.com/office/drawing/2014/main" id="{C15A024D-116D-49A7-96AC-F7D750D5FCDE}"/>
              </a:ext>
            </a:extLst>
          </p:cNvPr>
          <p:cNvSpPr>
            <a:spLocks noGrp="1"/>
          </p:cNvSpPr>
          <p:nvPr>
            <p:ph type="sldNum" sz="quarter" idx="12"/>
          </p:nvPr>
        </p:nvSpPr>
        <p:spPr/>
        <p:txBody>
          <a:bodyPr/>
          <a:lstStyle/>
          <a:p>
            <a:fld id="{E88326DE-6BFA-4E94-A868-AC3CDC4FB37B}" type="slidenum">
              <a:rPr lang="ro-RO" smtClean="0"/>
              <a:t>‹#›</a:t>
            </a:fld>
            <a:endParaRPr lang="ro-RO"/>
          </a:p>
        </p:txBody>
      </p:sp>
    </p:spTree>
    <p:extLst>
      <p:ext uri="{BB962C8B-B14F-4D97-AF65-F5344CB8AC3E}">
        <p14:creationId xmlns:p14="http://schemas.microsoft.com/office/powerpoint/2010/main" val="8458691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ine cu legendă">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CFDBCA92-F950-4FF7-8868-B4D4888E4CB1}"/>
              </a:ext>
            </a:extLst>
          </p:cNvPr>
          <p:cNvSpPr>
            <a:spLocks noGrp="1"/>
          </p:cNvSpPr>
          <p:nvPr>
            <p:ph type="title"/>
          </p:nvPr>
        </p:nvSpPr>
        <p:spPr>
          <a:xfrm>
            <a:off x="839788" y="457200"/>
            <a:ext cx="3932237" cy="1600200"/>
          </a:xfrm>
        </p:spPr>
        <p:txBody>
          <a:bodyPr anchor="b"/>
          <a:lstStyle>
            <a:lvl1pPr>
              <a:defRPr sz="3200"/>
            </a:lvl1pPr>
          </a:lstStyle>
          <a:p>
            <a:r>
              <a:rPr lang="ro-RO"/>
              <a:t>Faceți clic pentru a edita stilul de titlu coordonator</a:t>
            </a:r>
          </a:p>
        </p:txBody>
      </p:sp>
      <p:sp>
        <p:nvSpPr>
          <p:cNvPr id="3" name="Substituent imagine 2">
            <a:extLst>
              <a:ext uri="{FF2B5EF4-FFF2-40B4-BE49-F238E27FC236}">
                <a16:creationId xmlns:a16="http://schemas.microsoft.com/office/drawing/2014/main" id="{77B8B457-5DEF-43C5-A0BB-FE9AB0FADEF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o-RO"/>
          </a:p>
        </p:txBody>
      </p:sp>
      <p:sp>
        <p:nvSpPr>
          <p:cNvPr id="4" name="Substituent text 3">
            <a:extLst>
              <a:ext uri="{FF2B5EF4-FFF2-40B4-BE49-F238E27FC236}">
                <a16:creationId xmlns:a16="http://schemas.microsoft.com/office/drawing/2014/main" id="{D04816F7-FC5E-41EE-8334-66AF26F9A5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o-RO"/>
              <a:t>Faceţi clic pentru a edita Master stiluri text</a:t>
            </a:r>
          </a:p>
        </p:txBody>
      </p:sp>
      <p:sp>
        <p:nvSpPr>
          <p:cNvPr id="5" name="Substituent dată 4">
            <a:extLst>
              <a:ext uri="{FF2B5EF4-FFF2-40B4-BE49-F238E27FC236}">
                <a16:creationId xmlns:a16="http://schemas.microsoft.com/office/drawing/2014/main" id="{A8A47043-B503-409E-9C13-A39433BFF237}"/>
              </a:ext>
            </a:extLst>
          </p:cNvPr>
          <p:cNvSpPr>
            <a:spLocks noGrp="1"/>
          </p:cNvSpPr>
          <p:nvPr>
            <p:ph type="dt" sz="half" idx="10"/>
          </p:nvPr>
        </p:nvSpPr>
        <p:spPr/>
        <p:txBody>
          <a:bodyPr/>
          <a:lstStyle/>
          <a:p>
            <a:fld id="{CEDF3177-3182-4364-9A9C-A63977F4CA47}" type="datetimeFigureOut">
              <a:rPr lang="ro-RO" smtClean="0"/>
              <a:t>11.05.2020</a:t>
            </a:fld>
            <a:endParaRPr lang="ro-RO"/>
          </a:p>
        </p:txBody>
      </p:sp>
      <p:sp>
        <p:nvSpPr>
          <p:cNvPr id="6" name="Substituent subsol 5">
            <a:extLst>
              <a:ext uri="{FF2B5EF4-FFF2-40B4-BE49-F238E27FC236}">
                <a16:creationId xmlns:a16="http://schemas.microsoft.com/office/drawing/2014/main" id="{694BD639-FE61-4FBC-BCBF-9E8FDAB03817}"/>
              </a:ext>
            </a:extLst>
          </p:cNvPr>
          <p:cNvSpPr>
            <a:spLocks noGrp="1"/>
          </p:cNvSpPr>
          <p:nvPr>
            <p:ph type="ftr" sz="quarter" idx="11"/>
          </p:nvPr>
        </p:nvSpPr>
        <p:spPr/>
        <p:txBody>
          <a:bodyPr/>
          <a:lstStyle/>
          <a:p>
            <a:endParaRPr lang="ro-RO"/>
          </a:p>
        </p:txBody>
      </p:sp>
      <p:sp>
        <p:nvSpPr>
          <p:cNvPr id="7" name="Substituent număr diapozitiv 6">
            <a:extLst>
              <a:ext uri="{FF2B5EF4-FFF2-40B4-BE49-F238E27FC236}">
                <a16:creationId xmlns:a16="http://schemas.microsoft.com/office/drawing/2014/main" id="{43737171-2525-4FD4-A236-519F4A7883E2}"/>
              </a:ext>
            </a:extLst>
          </p:cNvPr>
          <p:cNvSpPr>
            <a:spLocks noGrp="1"/>
          </p:cNvSpPr>
          <p:nvPr>
            <p:ph type="sldNum" sz="quarter" idx="12"/>
          </p:nvPr>
        </p:nvSpPr>
        <p:spPr/>
        <p:txBody>
          <a:bodyPr/>
          <a:lstStyle/>
          <a:p>
            <a:fld id="{E88326DE-6BFA-4E94-A868-AC3CDC4FB37B}" type="slidenum">
              <a:rPr lang="ro-RO" smtClean="0"/>
              <a:t>‹#›</a:t>
            </a:fld>
            <a:endParaRPr lang="ro-RO"/>
          </a:p>
        </p:txBody>
      </p:sp>
    </p:spTree>
    <p:extLst>
      <p:ext uri="{BB962C8B-B14F-4D97-AF65-F5344CB8AC3E}">
        <p14:creationId xmlns:p14="http://schemas.microsoft.com/office/powerpoint/2010/main" val="16063437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ext vertical și titlu">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138B0F22-D75F-495B-9475-5EE1218BF3D0}"/>
              </a:ext>
            </a:extLst>
          </p:cNvPr>
          <p:cNvSpPr>
            <a:spLocks noGrp="1"/>
          </p:cNvSpPr>
          <p:nvPr>
            <p:ph type="title"/>
          </p:nvPr>
        </p:nvSpPr>
        <p:spPr/>
        <p:txBody>
          <a:bodyPr/>
          <a:lstStyle/>
          <a:p>
            <a:r>
              <a:rPr lang="ro-RO"/>
              <a:t>Faceți clic pentru a edita stilul de titlu coordonator</a:t>
            </a:r>
          </a:p>
        </p:txBody>
      </p:sp>
      <p:sp>
        <p:nvSpPr>
          <p:cNvPr id="3" name="Substituent text vertical 2">
            <a:extLst>
              <a:ext uri="{FF2B5EF4-FFF2-40B4-BE49-F238E27FC236}">
                <a16:creationId xmlns:a16="http://schemas.microsoft.com/office/drawing/2014/main" id="{9DB080E3-7775-480D-AC1F-CC8A9BF8827C}"/>
              </a:ext>
            </a:extLst>
          </p:cNvPr>
          <p:cNvSpPr>
            <a:spLocks noGrp="1"/>
          </p:cNvSpPr>
          <p:nvPr>
            <p:ph type="body" orient="vert" idx="1"/>
          </p:nvPr>
        </p:nvSpPr>
        <p:spPr/>
        <p:txBody>
          <a:bodyPr vert="eaVert"/>
          <a:lstStyle/>
          <a:p>
            <a:pPr lvl="0"/>
            <a:r>
              <a:rPr lang="ro-RO"/>
              <a:t>Faceţi clic pentru a edita Master stiluri text</a:t>
            </a:r>
          </a:p>
          <a:p>
            <a:pPr lvl="1"/>
            <a:r>
              <a:rPr lang="ro-RO"/>
              <a:t>al doilea nivel</a:t>
            </a:r>
          </a:p>
          <a:p>
            <a:pPr lvl="2"/>
            <a:r>
              <a:rPr lang="ro-RO"/>
              <a:t>al treilea nivel</a:t>
            </a:r>
          </a:p>
          <a:p>
            <a:pPr lvl="3"/>
            <a:r>
              <a:rPr lang="ro-RO"/>
              <a:t>al patrulea nivel</a:t>
            </a:r>
          </a:p>
          <a:p>
            <a:pPr lvl="4"/>
            <a:r>
              <a:rPr lang="ro-RO"/>
              <a:t>al cincilea nivel</a:t>
            </a:r>
          </a:p>
        </p:txBody>
      </p:sp>
      <p:sp>
        <p:nvSpPr>
          <p:cNvPr id="4" name="Substituent dată 3">
            <a:extLst>
              <a:ext uri="{FF2B5EF4-FFF2-40B4-BE49-F238E27FC236}">
                <a16:creationId xmlns:a16="http://schemas.microsoft.com/office/drawing/2014/main" id="{9C1E6409-005A-4F1E-B31F-F6DFD9B180D7}"/>
              </a:ext>
            </a:extLst>
          </p:cNvPr>
          <p:cNvSpPr>
            <a:spLocks noGrp="1"/>
          </p:cNvSpPr>
          <p:nvPr>
            <p:ph type="dt" sz="half" idx="10"/>
          </p:nvPr>
        </p:nvSpPr>
        <p:spPr/>
        <p:txBody>
          <a:bodyPr/>
          <a:lstStyle/>
          <a:p>
            <a:fld id="{CEDF3177-3182-4364-9A9C-A63977F4CA47}" type="datetimeFigureOut">
              <a:rPr lang="ro-RO" smtClean="0"/>
              <a:t>11.05.2020</a:t>
            </a:fld>
            <a:endParaRPr lang="ro-RO"/>
          </a:p>
        </p:txBody>
      </p:sp>
      <p:sp>
        <p:nvSpPr>
          <p:cNvPr id="5" name="Substituent subsol 4">
            <a:extLst>
              <a:ext uri="{FF2B5EF4-FFF2-40B4-BE49-F238E27FC236}">
                <a16:creationId xmlns:a16="http://schemas.microsoft.com/office/drawing/2014/main" id="{73BC8156-B365-4A45-87BD-34F4F4059ABD}"/>
              </a:ext>
            </a:extLst>
          </p:cNvPr>
          <p:cNvSpPr>
            <a:spLocks noGrp="1"/>
          </p:cNvSpPr>
          <p:nvPr>
            <p:ph type="ftr" sz="quarter" idx="11"/>
          </p:nvPr>
        </p:nvSpPr>
        <p:spPr/>
        <p:txBody>
          <a:bodyPr/>
          <a:lstStyle/>
          <a:p>
            <a:endParaRPr lang="ro-RO"/>
          </a:p>
        </p:txBody>
      </p:sp>
      <p:sp>
        <p:nvSpPr>
          <p:cNvPr id="6" name="Substituent număr diapozitiv 5">
            <a:extLst>
              <a:ext uri="{FF2B5EF4-FFF2-40B4-BE49-F238E27FC236}">
                <a16:creationId xmlns:a16="http://schemas.microsoft.com/office/drawing/2014/main" id="{EDB78D6C-A59E-44DB-81E9-0238F93B4CE3}"/>
              </a:ext>
            </a:extLst>
          </p:cNvPr>
          <p:cNvSpPr>
            <a:spLocks noGrp="1"/>
          </p:cNvSpPr>
          <p:nvPr>
            <p:ph type="sldNum" sz="quarter" idx="12"/>
          </p:nvPr>
        </p:nvSpPr>
        <p:spPr/>
        <p:txBody>
          <a:bodyPr/>
          <a:lstStyle/>
          <a:p>
            <a:fld id="{E88326DE-6BFA-4E94-A868-AC3CDC4FB37B}" type="slidenum">
              <a:rPr lang="ro-RO" smtClean="0"/>
              <a:t>‹#›</a:t>
            </a:fld>
            <a:endParaRPr lang="ro-RO"/>
          </a:p>
        </p:txBody>
      </p:sp>
    </p:spTree>
    <p:extLst>
      <p:ext uri="{BB962C8B-B14F-4D97-AF65-F5344CB8AC3E}">
        <p14:creationId xmlns:p14="http://schemas.microsoft.com/office/powerpoint/2010/main" val="6488718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lu vertical și text">
    <p:spTree>
      <p:nvGrpSpPr>
        <p:cNvPr id="1" name=""/>
        <p:cNvGrpSpPr/>
        <p:nvPr/>
      </p:nvGrpSpPr>
      <p:grpSpPr>
        <a:xfrm>
          <a:off x="0" y="0"/>
          <a:ext cx="0" cy="0"/>
          <a:chOff x="0" y="0"/>
          <a:chExt cx="0" cy="0"/>
        </a:xfrm>
      </p:grpSpPr>
      <p:sp>
        <p:nvSpPr>
          <p:cNvPr id="2" name="Titlu vertical 1">
            <a:extLst>
              <a:ext uri="{FF2B5EF4-FFF2-40B4-BE49-F238E27FC236}">
                <a16:creationId xmlns:a16="http://schemas.microsoft.com/office/drawing/2014/main" id="{F7EDCEA3-3D92-4D0C-9464-B135B3F98A93}"/>
              </a:ext>
            </a:extLst>
          </p:cNvPr>
          <p:cNvSpPr>
            <a:spLocks noGrp="1"/>
          </p:cNvSpPr>
          <p:nvPr>
            <p:ph type="title" orient="vert"/>
          </p:nvPr>
        </p:nvSpPr>
        <p:spPr>
          <a:xfrm>
            <a:off x="8724900" y="365125"/>
            <a:ext cx="2628900" cy="5811838"/>
          </a:xfrm>
        </p:spPr>
        <p:txBody>
          <a:bodyPr vert="eaVert"/>
          <a:lstStyle/>
          <a:p>
            <a:r>
              <a:rPr lang="ro-RO"/>
              <a:t>Faceți clic pentru a edita stilul de titlu coordonator</a:t>
            </a:r>
          </a:p>
        </p:txBody>
      </p:sp>
      <p:sp>
        <p:nvSpPr>
          <p:cNvPr id="3" name="Substituent text vertical 2">
            <a:extLst>
              <a:ext uri="{FF2B5EF4-FFF2-40B4-BE49-F238E27FC236}">
                <a16:creationId xmlns:a16="http://schemas.microsoft.com/office/drawing/2014/main" id="{AB311D64-7A20-41A1-A829-65334D982936}"/>
              </a:ext>
            </a:extLst>
          </p:cNvPr>
          <p:cNvSpPr>
            <a:spLocks noGrp="1"/>
          </p:cNvSpPr>
          <p:nvPr>
            <p:ph type="body" orient="vert" idx="1"/>
          </p:nvPr>
        </p:nvSpPr>
        <p:spPr>
          <a:xfrm>
            <a:off x="838200" y="365125"/>
            <a:ext cx="7734300" cy="5811838"/>
          </a:xfrm>
        </p:spPr>
        <p:txBody>
          <a:bodyPr vert="eaVert"/>
          <a:lstStyle/>
          <a:p>
            <a:pPr lvl="0"/>
            <a:r>
              <a:rPr lang="ro-RO"/>
              <a:t>Faceţi clic pentru a edita Master stiluri text</a:t>
            </a:r>
          </a:p>
          <a:p>
            <a:pPr lvl="1"/>
            <a:r>
              <a:rPr lang="ro-RO"/>
              <a:t>al doilea nivel</a:t>
            </a:r>
          </a:p>
          <a:p>
            <a:pPr lvl="2"/>
            <a:r>
              <a:rPr lang="ro-RO"/>
              <a:t>al treilea nivel</a:t>
            </a:r>
          </a:p>
          <a:p>
            <a:pPr lvl="3"/>
            <a:r>
              <a:rPr lang="ro-RO"/>
              <a:t>al patrulea nivel</a:t>
            </a:r>
          </a:p>
          <a:p>
            <a:pPr lvl="4"/>
            <a:r>
              <a:rPr lang="ro-RO"/>
              <a:t>al cincilea nivel</a:t>
            </a:r>
          </a:p>
        </p:txBody>
      </p:sp>
      <p:sp>
        <p:nvSpPr>
          <p:cNvPr id="4" name="Substituent dată 3">
            <a:extLst>
              <a:ext uri="{FF2B5EF4-FFF2-40B4-BE49-F238E27FC236}">
                <a16:creationId xmlns:a16="http://schemas.microsoft.com/office/drawing/2014/main" id="{AAF42BAC-ECE4-4808-8E70-9D30AEE7639E}"/>
              </a:ext>
            </a:extLst>
          </p:cNvPr>
          <p:cNvSpPr>
            <a:spLocks noGrp="1"/>
          </p:cNvSpPr>
          <p:nvPr>
            <p:ph type="dt" sz="half" idx="10"/>
          </p:nvPr>
        </p:nvSpPr>
        <p:spPr/>
        <p:txBody>
          <a:bodyPr/>
          <a:lstStyle/>
          <a:p>
            <a:fld id="{CEDF3177-3182-4364-9A9C-A63977F4CA47}" type="datetimeFigureOut">
              <a:rPr lang="ro-RO" smtClean="0"/>
              <a:t>11.05.2020</a:t>
            </a:fld>
            <a:endParaRPr lang="ro-RO"/>
          </a:p>
        </p:txBody>
      </p:sp>
      <p:sp>
        <p:nvSpPr>
          <p:cNvPr id="5" name="Substituent subsol 4">
            <a:extLst>
              <a:ext uri="{FF2B5EF4-FFF2-40B4-BE49-F238E27FC236}">
                <a16:creationId xmlns:a16="http://schemas.microsoft.com/office/drawing/2014/main" id="{506BC815-3587-42EC-A729-83900836832E}"/>
              </a:ext>
            </a:extLst>
          </p:cNvPr>
          <p:cNvSpPr>
            <a:spLocks noGrp="1"/>
          </p:cNvSpPr>
          <p:nvPr>
            <p:ph type="ftr" sz="quarter" idx="11"/>
          </p:nvPr>
        </p:nvSpPr>
        <p:spPr/>
        <p:txBody>
          <a:bodyPr/>
          <a:lstStyle/>
          <a:p>
            <a:endParaRPr lang="ro-RO"/>
          </a:p>
        </p:txBody>
      </p:sp>
      <p:sp>
        <p:nvSpPr>
          <p:cNvPr id="6" name="Substituent număr diapozitiv 5">
            <a:extLst>
              <a:ext uri="{FF2B5EF4-FFF2-40B4-BE49-F238E27FC236}">
                <a16:creationId xmlns:a16="http://schemas.microsoft.com/office/drawing/2014/main" id="{7F5CECFE-095D-4F99-89A4-ECA4C55A5A3E}"/>
              </a:ext>
            </a:extLst>
          </p:cNvPr>
          <p:cNvSpPr>
            <a:spLocks noGrp="1"/>
          </p:cNvSpPr>
          <p:nvPr>
            <p:ph type="sldNum" sz="quarter" idx="12"/>
          </p:nvPr>
        </p:nvSpPr>
        <p:spPr/>
        <p:txBody>
          <a:bodyPr/>
          <a:lstStyle/>
          <a:p>
            <a:fld id="{E88326DE-6BFA-4E94-A868-AC3CDC4FB37B}" type="slidenum">
              <a:rPr lang="ro-RO" smtClean="0"/>
              <a:t>‹#›</a:t>
            </a:fld>
            <a:endParaRPr lang="ro-RO"/>
          </a:p>
        </p:txBody>
      </p:sp>
    </p:spTree>
    <p:extLst>
      <p:ext uri="{BB962C8B-B14F-4D97-AF65-F5344CB8AC3E}">
        <p14:creationId xmlns:p14="http://schemas.microsoft.com/office/powerpoint/2010/main" val="28987688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ubstituent titlu 1">
            <a:extLst>
              <a:ext uri="{FF2B5EF4-FFF2-40B4-BE49-F238E27FC236}">
                <a16:creationId xmlns:a16="http://schemas.microsoft.com/office/drawing/2014/main" id="{4BE74EF5-297B-4F23-A479-BAC9453E21E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o-RO"/>
              <a:t>Faceți clic pentru a edita stilul de titlu coordonator</a:t>
            </a:r>
          </a:p>
        </p:txBody>
      </p:sp>
      <p:sp>
        <p:nvSpPr>
          <p:cNvPr id="3" name="Substituent text 2">
            <a:extLst>
              <a:ext uri="{FF2B5EF4-FFF2-40B4-BE49-F238E27FC236}">
                <a16:creationId xmlns:a16="http://schemas.microsoft.com/office/drawing/2014/main" id="{1FF78030-EB11-4892-A791-14086DA779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o-RO"/>
              <a:t>Faceţi clic pentru a edita Master stiluri text</a:t>
            </a:r>
          </a:p>
          <a:p>
            <a:pPr lvl="1"/>
            <a:r>
              <a:rPr lang="ro-RO"/>
              <a:t>al doilea nivel</a:t>
            </a:r>
          </a:p>
          <a:p>
            <a:pPr lvl="2"/>
            <a:r>
              <a:rPr lang="ro-RO"/>
              <a:t>al treilea nivel</a:t>
            </a:r>
          </a:p>
          <a:p>
            <a:pPr lvl="3"/>
            <a:r>
              <a:rPr lang="ro-RO"/>
              <a:t>al patrulea nivel</a:t>
            </a:r>
          </a:p>
          <a:p>
            <a:pPr lvl="4"/>
            <a:r>
              <a:rPr lang="ro-RO"/>
              <a:t>al cincilea nivel</a:t>
            </a:r>
          </a:p>
        </p:txBody>
      </p:sp>
      <p:sp>
        <p:nvSpPr>
          <p:cNvPr id="4" name="Substituent dată 3">
            <a:extLst>
              <a:ext uri="{FF2B5EF4-FFF2-40B4-BE49-F238E27FC236}">
                <a16:creationId xmlns:a16="http://schemas.microsoft.com/office/drawing/2014/main" id="{5F5EA663-C606-41E2-818E-9B0E04CE16A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EDF3177-3182-4364-9A9C-A63977F4CA47}" type="datetimeFigureOut">
              <a:rPr lang="ro-RO" smtClean="0"/>
              <a:t>11.05.2020</a:t>
            </a:fld>
            <a:endParaRPr lang="ro-RO"/>
          </a:p>
        </p:txBody>
      </p:sp>
      <p:sp>
        <p:nvSpPr>
          <p:cNvPr id="5" name="Substituent subsol 4">
            <a:extLst>
              <a:ext uri="{FF2B5EF4-FFF2-40B4-BE49-F238E27FC236}">
                <a16:creationId xmlns:a16="http://schemas.microsoft.com/office/drawing/2014/main" id="{AD431DC2-C0BB-4441-8639-8F04049C0E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o-RO"/>
          </a:p>
        </p:txBody>
      </p:sp>
      <p:sp>
        <p:nvSpPr>
          <p:cNvPr id="6" name="Substituent număr diapozitiv 5">
            <a:extLst>
              <a:ext uri="{FF2B5EF4-FFF2-40B4-BE49-F238E27FC236}">
                <a16:creationId xmlns:a16="http://schemas.microsoft.com/office/drawing/2014/main" id="{5F4F17A3-89CE-4A2E-8FD2-DBDC76BA07D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88326DE-6BFA-4E94-A868-AC3CDC4FB37B}" type="slidenum">
              <a:rPr lang="ro-RO" smtClean="0"/>
              <a:t>‹#›</a:t>
            </a:fld>
            <a:endParaRPr lang="ro-RO"/>
          </a:p>
        </p:txBody>
      </p:sp>
    </p:spTree>
    <p:extLst>
      <p:ext uri="{BB962C8B-B14F-4D97-AF65-F5344CB8AC3E}">
        <p14:creationId xmlns:p14="http://schemas.microsoft.com/office/powerpoint/2010/main" val="27716627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o-R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Substituent conținut 7">
            <a:extLst>
              <a:ext uri="{FF2B5EF4-FFF2-40B4-BE49-F238E27FC236}">
                <a16:creationId xmlns:a16="http://schemas.microsoft.com/office/drawing/2014/main" id="{0A2992FB-0381-4D26-BCE9-3E7AC879F82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260638" y="1825625"/>
            <a:ext cx="3670724" cy="4351338"/>
          </a:xfrm>
        </p:spPr>
      </p:pic>
      <p:sp>
        <p:nvSpPr>
          <p:cNvPr id="4" name="Titre 1">
            <a:extLst>
              <a:ext uri="{FF2B5EF4-FFF2-40B4-BE49-F238E27FC236}">
                <a16:creationId xmlns:a16="http://schemas.microsoft.com/office/drawing/2014/main" id="{4857740D-6A4B-4BFD-928B-CE93C130E56B}"/>
              </a:ext>
            </a:extLst>
          </p:cNvPr>
          <p:cNvSpPr>
            <a:spLocks noGrp="1" noChangeArrowheads="1"/>
          </p:cNvSpPr>
          <p:nvPr>
            <p:ph type="title"/>
          </p:nvPr>
        </p:nvSpPr>
        <p:spPr>
          <a:xfrm>
            <a:off x="838200" y="365125"/>
            <a:ext cx="10515600" cy="1325563"/>
          </a:xfrm>
        </p:spPr>
        <p:txBody>
          <a:bodyPr/>
          <a:lstStyle/>
          <a:p>
            <a:pPr algn="ctr"/>
            <a:r>
              <a:rPr lang="ro-RO" altLang="ro-RO" b="1" dirty="0">
                <a:latin typeface="Times New Roman" panose="02020603050405020304" pitchFamily="18" charset="0"/>
                <a:cs typeface="Times New Roman" panose="02020603050405020304" pitchFamily="18" charset="0"/>
              </a:rPr>
              <a:t>Scrutinul mixt</a:t>
            </a:r>
            <a:endParaRPr lang="ro-RO" altLang="ro-RO"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759826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Titre 1">
            <a:extLst>
              <a:ext uri="{FF2B5EF4-FFF2-40B4-BE49-F238E27FC236}">
                <a16:creationId xmlns:a16="http://schemas.microsoft.com/office/drawing/2014/main" id="{45E7C20A-C929-4F24-8B68-E09FF8F763BC}"/>
              </a:ext>
            </a:extLst>
          </p:cNvPr>
          <p:cNvSpPr>
            <a:spLocks noGrp="1" noChangeArrowheads="1"/>
          </p:cNvSpPr>
          <p:nvPr>
            <p:ph type="title"/>
          </p:nvPr>
        </p:nvSpPr>
        <p:spPr/>
        <p:txBody>
          <a:bodyPr/>
          <a:lstStyle/>
          <a:p>
            <a:pPr algn="ctr"/>
            <a:r>
              <a:rPr lang="ro-RO" altLang="ro-RO" b="1" dirty="0">
                <a:latin typeface="Times New Roman" panose="02020603050405020304" pitchFamily="18" charset="0"/>
                <a:cs typeface="Times New Roman" panose="02020603050405020304" pitchFamily="18" charset="0"/>
              </a:rPr>
              <a:t>Scrutinul mixt – definiție</a:t>
            </a:r>
            <a:endParaRPr lang="ro-RO" altLang="ro-RO" dirty="0">
              <a:latin typeface="Times New Roman" panose="02020603050405020304" pitchFamily="18" charset="0"/>
              <a:cs typeface="Times New Roman" panose="02020603050405020304" pitchFamily="18" charset="0"/>
            </a:endParaRPr>
          </a:p>
        </p:txBody>
      </p:sp>
      <p:sp>
        <p:nvSpPr>
          <p:cNvPr id="107523" name="Espace réservé du contenu 2">
            <a:extLst>
              <a:ext uri="{FF2B5EF4-FFF2-40B4-BE49-F238E27FC236}">
                <a16:creationId xmlns:a16="http://schemas.microsoft.com/office/drawing/2014/main" id="{22FD57AA-73DF-4F64-86F0-217FDEC8BF00}"/>
              </a:ext>
            </a:extLst>
          </p:cNvPr>
          <p:cNvSpPr>
            <a:spLocks noGrp="1" noChangeArrowheads="1"/>
          </p:cNvSpPr>
          <p:nvPr>
            <p:ph idx="1"/>
          </p:nvPr>
        </p:nvSpPr>
        <p:spPr/>
        <p:txBody>
          <a:bodyPr>
            <a:normAutofit/>
          </a:bodyPr>
          <a:lstStyle/>
          <a:p>
            <a:pPr marL="0" indent="0" algn="just">
              <a:buNone/>
            </a:pPr>
            <a:r>
              <a:rPr lang="ro-RO" altLang="ro-RO" sz="2000" b="1" dirty="0">
                <a:latin typeface="Times New Roman" panose="02020603050405020304" pitchFamily="18" charset="0"/>
                <a:cs typeface="Times New Roman" panose="02020603050405020304" pitchFamily="18" charset="0"/>
              </a:rPr>
              <a:t>Sistemele mixte sunt rezultatul combinării diferitelor sisteme electorale, în particular a celor majoritare cu cele proporționale. </a:t>
            </a:r>
          </a:p>
          <a:p>
            <a:pPr marL="0" indent="0" algn="just">
              <a:buNone/>
            </a:pPr>
            <a:r>
              <a:rPr lang="ro-RO" altLang="ro-RO" sz="2000" b="1" dirty="0">
                <a:latin typeface="Times New Roman" panose="02020603050405020304" pitchFamily="18" charset="0"/>
                <a:cs typeface="Times New Roman" panose="02020603050405020304" pitchFamily="18" charset="0"/>
              </a:rPr>
              <a:t>Ele urmăresc să evite, să atenueze, să elimine sau să accentueze diferite caracteristici ale sistemelor electorale, în funcție de felul în care acestea sunt privite, ca fiind dezavantajoase sau avantajoase pentru sistemul politic ce urmează să fie pus  în aplicare. </a:t>
            </a:r>
          </a:p>
          <a:p>
            <a:pPr marL="0" indent="0" algn="just">
              <a:buNone/>
            </a:pPr>
            <a:r>
              <a:rPr lang="ro-RO" altLang="ro-RO" sz="2000" b="1" dirty="0">
                <a:latin typeface="Times New Roman" panose="02020603050405020304" pitchFamily="18" charset="0"/>
                <a:cs typeface="Times New Roman" panose="02020603050405020304" pitchFamily="18" charset="0"/>
              </a:rPr>
              <a:t>Există o multitudine de moduri de a combina sistemele electorale, dar, în variantele clasice  acesta presupune că fiecare votant dispune de două voturi în două tipuri de circumscripții:</a:t>
            </a:r>
          </a:p>
          <a:p>
            <a:pPr marL="0" indent="0" algn="just">
              <a:buNone/>
            </a:pPr>
            <a:r>
              <a:rPr lang="ro-RO" altLang="ro-RO" sz="2000" b="1" dirty="0">
                <a:latin typeface="Times New Roman" panose="02020603050405020304" pitchFamily="18" charset="0"/>
                <a:cs typeface="Times New Roman" panose="02020603050405020304" pitchFamily="18" charset="0"/>
              </a:rPr>
              <a:t>- o circumscripție uninominală</a:t>
            </a:r>
          </a:p>
          <a:p>
            <a:pPr algn="just">
              <a:buFontTx/>
              <a:buChar char="-"/>
            </a:pPr>
            <a:r>
              <a:rPr lang="ro-RO" altLang="ro-RO" sz="2000" b="1" dirty="0">
                <a:latin typeface="Times New Roman" panose="02020603050405020304" pitchFamily="18" charset="0"/>
                <a:cs typeface="Times New Roman" panose="02020603050405020304" pitchFamily="18" charset="0"/>
              </a:rPr>
              <a:t>o altă circumscripție plurinominală. </a:t>
            </a:r>
          </a:p>
          <a:p>
            <a:pPr marL="0" indent="0" algn="just">
              <a:buNone/>
            </a:pPr>
            <a:endParaRPr lang="ro-RO" altLang="ro-RO" sz="20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8546" name="Rectangle 2">
            <a:extLst>
              <a:ext uri="{FF2B5EF4-FFF2-40B4-BE49-F238E27FC236}">
                <a16:creationId xmlns:a16="http://schemas.microsoft.com/office/drawing/2014/main" id="{05AABA16-847C-4800-B78E-EE18895F5A4C}"/>
              </a:ext>
            </a:extLst>
          </p:cNvPr>
          <p:cNvSpPr>
            <a:spLocks noGrp="1" noChangeArrowheads="1"/>
          </p:cNvSpPr>
          <p:nvPr>
            <p:ph type="title"/>
          </p:nvPr>
        </p:nvSpPr>
        <p:spPr/>
        <p:txBody>
          <a:bodyPr/>
          <a:lstStyle/>
          <a:p>
            <a:pPr algn="ctr" eaLnBrk="1" hangingPunct="1"/>
            <a:r>
              <a:rPr lang="ro-RO" altLang="ro-RO" b="1" dirty="0">
                <a:latin typeface="Times New Roman" panose="02020603050405020304" pitchFamily="18" charset="0"/>
                <a:cs typeface="Times New Roman" panose="02020603050405020304" pitchFamily="18" charset="0"/>
              </a:rPr>
              <a:t>Scrutinul mixt propriu-zis</a:t>
            </a:r>
          </a:p>
        </p:txBody>
      </p:sp>
      <p:sp>
        <p:nvSpPr>
          <p:cNvPr id="52227" name="Rectangle 3">
            <a:extLst>
              <a:ext uri="{FF2B5EF4-FFF2-40B4-BE49-F238E27FC236}">
                <a16:creationId xmlns:a16="http://schemas.microsoft.com/office/drawing/2014/main" id="{29994C3F-1410-4B71-A2EA-FC193414AC30}"/>
              </a:ext>
            </a:extLst>
          </p:cNvPr>
          <p:cNvSpPr>
            <a:spLocks noGrp="1" noChangeArrowheads="1"/>
          </p:cNvSpPr>
          <p:nvPr>
            <p:ph type="body" idx="1"/>
          </p:nvPr>
        </p:nvSpPr>
        <p:spPr>
          <a:xfrm>
            <a:off x="838200" y="1577009"/>
            <a:ext cx="10515600" cy="4599954"/>
          </a:xfrm>
        </p:spPr>
        <p:txBody>
          <a:bodyPr>
            <a:normAutofit/>
          </a:bodyPr>
          <a:lstStyle/>
          <a:p>
            <a:pPr eaLnBrk="1" hangingPunct="1"/>
            <a:r>
              <a:rPr lang="ro-RO" altLang="ro-RO" b="1" dirty="0">
                <a:latin typeface="Times New Roman" panose="02020603050405020304" pitchFamily="18" charset="0"/>
                <a:cs typeface="Times New Roman" panose="02020603050405020304" pitchFamily="18" charset="0"/>
              </a:rPr>
              <a:t>Scrutine mixte cu finalitate proporțional: Germania, România (2008 -2016)</a:t>
            </a:r>
          </a:p>
          <a:p>
            <a:pPr eaLnBrk="1" hangingPunct="1"/>
            <a:r>
              <a:rPr lang="ro-RO" altLang="ro-RO" b="1" dirty="0">
                <a:latin typeface="Times New Roman" panose="02020603050405020304" pitchFamily="18" charset="0"/>
                <a:cs typeface="Times New Roman" panose="02020603050405020304" pitchFamily="18" charset="0"/>
              </a:rPr>
              <a:t>Scrutine mixte cu finalitate majoritară: Italia între 1994 și 2006, Ungaria</a:t>
            </a:r>
          </a:p>
          <a:p>
            <a:r>
              <a:rPr lang="ro-RO" altLang="ro-RO" b="1" dirty="0">
                <a:latin typeface="Times New Roman" panose="02020603050405020304" pitchFamily="18" charset="0"/>
                <a:cs typeface="Times New Roman" panose="02020603050405020304" pitchFamily="18" charset="0"/>
              </a:rPr>
              <a:t>Sistemul electoral necompensat sau sistemul electoral paralel (paralele </a:t>
            </a:r>
            <a:r>
              <a:rPr lang="ro-RO" altLang="ro-RO" b="1" dirty="0" err="1">
                <a:latin typeface="Times New Roman" panose="02020603050405020304" pitchFamily="18" charset="0"/>
                <a:cs typeface="Times New Roman" panose="02020603050405020304" pitchFamily="18" charset="0"/>
              </a:rPr>
              <a:t>vote</a:t>
            </a:r>
            <a:r>
              <a:rPr lang="ro-RO" altLang="ro-RO" b="1" dirty="0">
                <a:latin typeface="Times New Roman" panose="02020603050405020304" pitchFamily="18" charset="0"/>
                <a:cs typeface="Times New Roman" panose="02020603050405020304" pitchFamily="18" charset="0"/>
              </a:rPr>
              <a:t>)  sau : Rusia </a:t>
            </a:r>
          </a:p>
          <a:p>
            <a:pPr eaLnBrk="1" hangingPunct="1"/>
            <a:r>
              <a:rPr lang="ro-RO" altLang="ro-RO" b="1" dirty="0">
                <a:latin typeface="Times New Roman" panose="02020603050405020304" pitchFamily="18" charset="0"/>
                <a:cs typeface="Times New Roman" panose="02020603050405020304" pitchFamily="18" charset="0"/>
              </a:rPr>
              <a:t>Tehnici pentru a realiza mixajul</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222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222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222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5222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7" grpId="0" build="p"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Titre 1">
            <a:extLst>
              <a:ext uri="{FF2B5EF4-FFF2-40B4-BE49-F238E27FC236}">
                <a16:creationId xmlns:a16="http://schemas.microsoft.com/office/drawing/2014/main" id="{8B0A6B6C-9BB8-48FD-8068-A8538CAC6AEB}"/>
              </a:ext>
            </a:extLst>
          </p:cNvPr>
          <p:cNvSpPr>
            <a:spLocks noGrp="1" noChangeArrowheads="1"/>
          </p:cNvSpPr>
          <p:nvPr>
            <p:ph type="title"/>
          </p:nvPr>
        </p:nvSpPr>
        <p:spPr>
          <a:xfrm>
            <a:off x="1547191" y="118268"/>
            <a:ext cx="7772400" cy="731838"/>
          </a:xfrm>
        </p:spPr>
        <p:txBody>
          <a:bodyPr>
            <a:normAutofit/>
          </a:bodyPr>
          <a:lstStyle/>
          <a:p>
            <a:pPr algn="ctr"/>
            <a:r>
              <a:rPr lang="ro-RO" altLang="ro-RO" sz="3200" b="1" dirty="0">
                <a:latin typeface="Times New Roman" panose="02020603050405020304" pitchFamily="18" charset="0"/>
                <a:cs typeface="Times New Roman" panose="02020603050405020304" pitchFamily="18" charset="0"/>
              </a:rPr>
              <a:t>Sistemul electoral german</a:t>
            </a:r>
          </a:p>
        </p:txBody>
      </p:sp>
      <p:sp>
        <p:nvSpPr>
          <p:cNvPr id="109571" name="Espace réservé du contenu 2">
            <a:extLst>
              <a:ext uri="{FF2B5EF4-FFF2-40B4-BE49-F238E27FC236}">
                <a16:creationId xmlns:a16="http://schemas.microsoft.com/office/drawing/2014/main" id="{13AE2DBC-FF97-408F-AE97-88D86FF57B11}"/>
              </a:ext>
            </a:extLst>
          </p:cNvPr>
          <p:cNvSpPr>
            <a:spLocks noGrp="1" noChangeArrowheads="1"/>
          </p:cNvSpPr>
          <p:nvPr>
            <p:ph idx="1"/>
          </p:nvPr>
        </p:nvSpPr>
        <p:spPr>
          <a:xfrm>
            <a:off x="384313" y="861390"/>
            <a:ext cx="11423374" cy="5878341"/>
          </a:xfrm>
        </p:spPr>
        <p:txBody>
          <a:bodyPr>
            <a:normAutofit lnSpcReduction="10000"/>
          </a:bodyPr>
          <a:lstStyle/>
          <a:p>
            <a:pPr marL="0" indent="0" algn="just">
              <a:buNone/>
            </a:pPr>
            <a:r>
              <a:rPr lang="ro-RO" altLang="ro-RO" sz="2000" b="1" dirty="0">
                <a:latin typeface="Times New Roman" panose="02020603050405020304" pitchFamily="18" charset="0"/>
                <a:cs typeface="Times New Roman" panose="02020603050405020304" pitchFamily="18" charset="0"/>
              </a:rPr>
              <a:t>Germania a utilizat </a:t>
            </a:r>
            <a:r>
              <a:rPr lang="ro-RO" altLang="ro-RO" sz="2000" b="1" i="1" dirty="0">
                <a:latin typeface="Times New Roman" panose="02020603050405020304" pitchFamily="18" charset="0"/>
                <a:cs typeface="Times New Roman" panose="02020603050405020304" pitchFamily="18" charset="0"/>
              </a:rPr>
              <a:t>sistemul majoritar absolut </a:t>
            </a:r>
            <a:r>
              <a:rPr lang="ro-RO" altLang="ro-RO" sz="2000" b="1" dirty="0">
                <a:latin typeface="Times New Roman" panose="02020603050405020304" pitchFamily="18" charset="0"/>
                <a:cs typeface="Times New Roman" panose="02020603050405020304" pitchFamily="18" charset="0"/>
              </a:rPr>
              <a:t>în timpul Imperiului și </a:t>
            </a:r>
            <a:r>
              <a:rPr lang="ro-RO" altLang="ro-RO" sz="2000" b="1" i="1" dirty="0">
                <a:latin typeface="Times New Roman" panose="02020603050405020304" pitchFamily="18" charset="0"/>
                <a:cs typeface="Times New Roman" panose="02020603050405020304" pitchFamily="18" charset="0"/>
              </a:rPr>
              <a:t>reprezentarea proporțională </a:t>
            </a:r>
            <a:r>
              <a:rPr lang="ro-RO" altLang="ro-RO" sz="2000" b="1" dirty="0">
                <a:latin typeface="Times New Roman" panose="02020603050405020304" pitchFamily="18" charset="0"/>
                <a:cs typeface="Times New Roman" panose="02020603050405020304" pitchFamily="18" charset="0"/>
              </a:rPr>
              <a:t>în perioada Republicii de la Weimar (1919 -1933). </a:t>
            </a:r>
          </a:p>
          <a:p>
            <a:pPr marL="0" indent="0" algn="just">
              <a:buNone/>
            </a:pPr>
            <a:r>
              <a:rPr lang="ro-RO" altLang="ro-RO" sz="2000" b="1" dirty="0">
                <a:latin typeface="Times New Roman" panose="02020603050405020304" pitchFamily="18" charset="0"/>
                <a:cs typeface="Times New Roman" panose="02020603050405020304" pitchFamily="18" charset="0"/>
              </a:rPr>
              <a:t>Sistemul electoral german este clasificat ca un fiind un </a:t>
            </a:r>
          </a:p>
          <a:p>
            <a:pPr marL="0" indent="0" algn="just">
              <a:buNone/>
            </a:pPr>
            <a:r>
              <a:rPr lang="ro-RO" altLang="ro-RO" sz="2000" b="1" i="1" u="sng" dirty="0">
                <a:latin typeface="Times New Roman" panose="02020603050405020304" pitchFamily="18" charset="0"/>
                <a:cs typeface="Times New Roman" panose="02020603050405020304" pitchFamily="18" charset="0"/>
              </a:rPr>
              <a:t>sistem proporțional personalizat </a:t>
            </a:r>
            <a:r>
              <a:rPr lang="ro-RO" altLang="ro-RO" sz="2000" b="1" dirty="0">
                <a:latin typeface="Times New Roman" panose="02020603050405020304" pitchFamily="18" charset="0"/>
                <a:cs typeface="Times New Roman" panose="02020603050405020304" pitchFamily="18" charset="0"/>
              </a:rPr>
              <a:t>(</a:t>
            </a:r>
            <a:r>
              <a:rPr lang="ro-RO" altLang="ro-RO" sz="2000" b="1" dirty="0" err="1">
                <a:latin typeface="Times New Roman" panose="02020603050405020304" pitchFamily="18" charset="0"/>
                <a:cs typeface="Times New Roman" panose="02020603050405020304" pitchFamily="18" charset="0"/>
              </a:rPr>
              <a:t>Personalisierte</a:t>
            </a:r>
            <a:r>
              <a:rPr lang="ro-RO" altLang="ro-RO" sz="2000" b="1" dirty="0">
                <a:latin typeface="Times New Roman" panose="02020603050405020304" pitchFamily="18" charset="0"/>
                <a:cs typeface="Times New Roman" panose="02020603050405020304" pitchFamily="18" charset="0"/>
              </a:rPr>
              <a:t> </a:t>
            </a:r>
            <a:r>
              <a:rPr lang="ro-RO" altLang="ro-RO" sz="2000" b="1" dirty="0" err="1">
                <a:latin typeface="Times New Roman" panose="02020603050405020304" pitchFamily="18" charset="0"/>
                <a:cs typeface="Times New Roman" panose="02020603050405020304" pitchFamily="18" charset="0"/>
              </a:rPr>
              <a:t>Verhältniswahl</a:t>
            </a:r>
            <a:r>
              <a:rPr lang="ro-RO" altLang="ro-RO" sz="2000" b="1" dirty="0">
                <a:latin typeface="Times New Roman" panose="02020603050405020304" pitchFamily="18" charset="0"/>
                <a:cs typeface="Times New Roman" panose="02020603050405020304" pitchFamily="18" charset="0"/>
              </a:rPr>
              <a:t>) sau, cum este denumit în Noua Zeelandă, un </a:t>
            </a:r>
            <a:r>
              <a:rPr lang="ro-RO" altLang="ro-RO" sz="2000" b="1" i="1" dirty="0">
                <a:latin typeface="Times New Roman" panose="02020603050405020304" pitchFamily="18" charset="0"/>
                <a:cs typeface="Times New Roman" panose="02020603050405020304" pitchFamily="18" charset="0"/>
              </a:rPr>
              <a:t>sistem mixt de compensare</a:t>
            </a:r>
            <a:r>
              <a:rPr lang="ro-RO" altLang="ro-RO" sz="2000" b="1" dirty="0">
                <a:latin typeface="Times New Roman" panose="02020603050405020304" pitchFamily="18" charset="0"/>
                <a:cs typeface="Times New Roman" panose="02020603050405020304" pitchFamily="18" charset="0"/>
              </a:rPr>
              <a:t>. </a:t>
            </a:r>
          </a:p>
          <a:p>
            <a:pPr marL="0" indent="0" algn="just">
              <a:buNone/>
            </a:pPr>
            <a:r>
              <a:rPr lang="ro-RO" altLang="ro-RO" sz="2000" b="1" dirty="0">
                <a:latin typeface="Times New Roman" panose="02020603050405020304" pitchFamily="18" charset="0"/>
                <a:cs typeface="Times New Roman" panose="02020603050405020304" pitchFamily="18" charset="0"/>
              </a:rPr>
              <a:t>Aspectul său fundamental este modul în care combină </a:t>
            </a:r>
            <a:r>
              <a:rPr lang="ro-RO" altLang="ro-RO" sz="2000" b="1" i="1" dirty="0">
                <a:latin typeface="Times New Roman" panose="02020603050405020304" pitchFamily="18" charset="0"/>
                <a:cs typeface="Times New Roman" panose="02020603050405020304" pitchFamily="18" charset="0"/>
              </a:rPr>
              <a:t>votul personalizat în circumscripțiile uninominală</a:t>
            </a:r>
            <a:r>
              <a:rPr lang="ro-RO" altLang="ro-RO" sz="2000" b="1" dirty="0">
                <a:latin typeface="Times New Roman" panose="02020603050405020304" pitchFamily="18" charset="0"/>
                <a:cs typeface="Times New Roman" panose="02020603050405020304" pitchFamily="18" charset="0"/>
              </a:rPr>
              <a:t> cu </a:t>
            </a:r>
            <a:r>
              <a:rPr lang="ro-RO" altLang="ro-RO" sz="2000" b="1" i="1" dirty="0">
                <a:latin typeface="Times New Roman" panose="02020603050405020304" pitchFamily="18" charset="0"/>
                <a:cs typeface="Times New Roman" panose="02020603050405020304" pitchFamily="18" charset="0"/>
              </a:rPr>
              <a:t>principiul reprezentării proporționale</a:t>
            </a:r>
            <a:r>
              <a:rPr lang="ro-RO" altLang="ro-RO" sz="2000" b="1" dirty="0">
                <a:latin typeface="Times New Roman" panose="02020603050405020304" pitchFamily="18" charset="0"/>
                <a:cs typeface="Times New Roman" panose="02020603050405020304" pitchFamily="18" charset="0"/>
              </a:rPr>
              <a:t>. </a:t>
            </a:r>
          </a:p>
          <a:p>
            <a:pPr marL="0" indent="0" algn="just">
              <a:buNone/>
            </a:pPr>
            <a:r>
              <a:rPr lang="ro-RO" altLang="ro-RO" sz="2000" b="1" dirty="0">
                <a:latin typeface="Times New Roman" panose="02020603050405020304" pitchFamily="18" charset="0"/>
                <a:cs typeface="Times New Roman" panose="02020603050405020304" pitchFamily="18" charset="0"/>
              </a:rPr>
              <a:t>A fost introdus în 1949. În prezent, Parlamentul german (Bundestag) este compus din 622 de locuri, fără a număra locurile care se pot adăuga pentru compensarea disproporției induse de sistemul majoritar din circumscripțiile uninominale. </a:t>
            </a:r>
          </a:p>
          <a:p>
            <a:pPr marL="0" indent="0" algn="just">
              <a:buNone/>
            </a:pPr>
            <a:r>
              <a:rPr lang="ro-RO" altLang="ro-RO" sz="2000" b="1" dirty="0">
                <a:latin typeface="Times New Roman" panose="02020603050405020304" pitchFamily="18" charset="0"/>
                <a:cs typeface="Times New Roman" panose="02020603050405020304" pitchFamily="18" charset="0"/>
              </a:rPr>
              <a:t>Fiecare alegător are dreptul la două voturi. </a:t>
            </a:r>
          </a:p>
          <a:p>
            <a:pPr marL="0" indent="0" algn="just">
              <a:buNone/>
            </a:pPr>
            <a:r>
              <a:rPr lang="ro-RO" altLang="ro-RO" sz="2000" b="1" dirty="0">
                <a:latin typeface="Times New Roman" panose="02020603050405020304" pitchFamily="18" charset="0"/>
                <a:cs typeface="Times New Roman" panose="02020603050405020304" pitchFamily="18" charset="0"/>
              </a:rPr>
              <a:t>Primul vot (</a:t>
            </a:r>
            <a:r>
              <a:rPr lang="ro-RO" altLang="ro-RO" sz="2000" b="1" dirty="0" err="1">
                <a:latin typeface="Times New Roman" panose="02020603050405020304" pitchFamily="18" charset="0"/>
                <a:cs typeface="Times New Roman" panose="02020603050405020304" pitchFamily="18" charset="0"/>
              </a:rPr>
              <a:t>Erststimme</a:t>
            </a:r>
            <a:r>
              <a:rPr lang="ro-RO" altLang="ro-RO" sz="2000" b="1" dirty="0">
                <a:latin typeface="Times New Roman" panose="02020603050405020304" pitchFamily="18" charset="0"/>
                <a:cs typeface="Times New Roman" panose="02020603050405020304" pitchFamily="18" charset="0"/>
              </a:rPr>
              <a:t>) este un vot personal, acordat unui candidat (partid) într-una din cele 299 de circumscripții cu un singur membru. </a:t>
            </a:r>
          </a:p>
          <a:p>
            <a:pPr marL="0" indent="0" algn="just">
              <a:buNone/>
            </a:pPr>
            <a:r>
              <a:rPr lang="ro-RO" altLang="ro-RO" sz="2000" b="1" dirty="0">
                <a:latin typeface="Times New Roman" panose="02020603050405020304" pitchFamily="18" charset="0"/>
                <a:cs typeface="Times New Roman" panose="02020603050405020304" pitchFamily="18" charset="0"/>
              </a:rPr>
              <a:t>Al doilea vot (</a:t>
            </a:r>
            <a:r>
              <a:rPr lang="ro-RO" altLang="ro-RO" sz="2000" b="1" dirty="0" err="1">
                <a:latin typeface="Times New Roman" panose="02020603050405020304" pitchFamily="18" charset="0"/>
                <a:cs typeface="Times New Roman" panose="02020603050405020304" pitchFamily="18" charset="0"/>
              </a:rPr>
              <a:t>Zweitstimme</a:t>
            </a:r>
            <a:r>
              <a:rPr lang="ro-RO" altLang="ro-RO" sz="2000" b="1" dirty="0">
                <a:latin typeface="Times New Roman" panose="02020603050405020304" pitchFamily="18" charset="0"/>
                <a:cs typeface="Times New Roman" panose="02020603050405020304" pitchFamily="18" charset="0"/>
              </a:rPr>
              <a:t>) este un vot pentru partid, care se acordă unei liste de partide la nivelul unui stat federal (</a:t>
            </a:r>
            <a:r>
              <a:rPr lang="ro-RO" altLang="ro-RO" sz="2000" b="1" dirty="0" err="1">
                <a:latin typeface="Times New Roman" panose="02020603050405020304" pitchFamily="18" charset="0"/>
                <a:cs typeface="Times New Roman" panose="02020603050405020304" pitchFamily="18" charset="0"/>
              </a:rPr>
              <a:t>Landesliste</a:t>
            </a:r>
            <a:r>
              <a:rPr lang="ro-RO" altLang="ro-RO" sz="2000" b="1" dirty="0">
                <a:latin typeface="Times New Roman" panose="02020603050405020304" pitchFamily="18" charset="0"/>
                <a:cs typeface="Times New Roman" panose="02020603050405020304" pitchFamily="18" charset="0"/>
              </a:rPr>
              <a:t>). </a:t>
            </a:r>
          </a:p>
          <a:p>
            <a:pPr marL="0" indent="0" algn="just">
              <a:buNone/>
            </a:pPr>
            <a:r>
              <a:rPr lang="ro-RO" altLang="ro-RO" sz="2000" b="1" dirty="0">
                <a:latin typeface="Times New Roman" panose="02020603050405020304" pitchFamily="18" charset="0"/>
                <a:cs typeface="Times New Roman" panose="02020603050405020304" pitchFamily="18" charset="0"/>
              </a:rPr>
              <a:t>Candidații au voie să se candideze atât în ​​circumscripțiile cu un singur membru, cât și simultan pe o  listă de partid. Sunt declarați aleși candidații care au obținut cele mai multe voturi în circumscripțiile uninominale (</a:t>
            </a:r>
            <a:r>
              <a:rPr lang="ro-RO" altLang="ro-RO" sz="2000" b="1" dirty="0" err="1">
                <a:latin typeface="Times New Roman" panose="02020603050405020304" pitchFamily="18" charset="0"/>
                <a:cs typeface="Times New Roman" panose="02020603050405020304" pitchFamily="18" charset="0"/>
              </a:rPr>
              <a:t>Direktmandate</a:t>
            </a:r>
            <a:r>
              <a:rPr lang="ro-RO" altLang="ro-RO" sz="2000" b="1" dirty="0">
                <a:latin typeface="Times New Roman" panose="02020603050405020304" pitchFamily="18" charset="0"/>
                <a:cs typeface="Times New Roman" panose="02020603050405020304" pitchFamily="18" charset="0"/>
              </a:rPr>
              <a:t>). În ceea ce privește cel de-al doilea vot, acesta stabilește numărul de reprezentanți pe care fiecare partid îl va avea în Bundestag.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0594" name="Picture 2">
            <a:extLst>
              <a:ext uri="{FF2B5EF4-FFF2-40B4-BE49-F238E27FC236}">
                <a16:creationId xmlns:a16="http://schemas.microsoft.com/office/drawing/2014/main" id="{5FBFBDE2-6236-4F41-938A-14BA123247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3751" y="1125539"/>
            <a:ext cx="7993063" cy="5335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0595" name="Titre 2">
            <a:extLst>
              <a:ext uri="{FF2B5EF4-FFF2-40B4-BE49-F238E27FC236}">
                <a16:creationId xmlns:a16="http://schemas.microsoft.com/office/drawing/2014/main" id="{BD3C61BE-3755-4002-9DC4-2A6B95FE786D}"/>
              </a:ext>
            </a:extLst>
          </p:cNvPr>
          <p:cNvSpPr>
            <a:spLocks noGrp="1" noChangeArrowheads="1"/>
          </p:cNvSpPr>
          <p:nvPr>
            <p:ph type="title"/>
          </p:nvPr>
        </p:nvSpPr>
        <p:spPr>
          <a:xfrm>
            <a:off x="1992313" y="0"/>
            <a:ext cx="8229600" cy="1143000"/>
          </a:xfrm>
        </p:spPr>
        <p:txBody>
          <a:bodyPr/>
          <a:lstStyle/>
          <a:p>
            <a:pPr algn="ctr"/>
            <a:r>
              <a:rPr lang="ro-RO" altLang="ro-RO" sz="3200" b="1" dirty="0">
                <a:latin typeface="Times New Roman" panose="02020603050405020304" pitchFamily="18" charset="0"/>
                <a:cs typeface="Times New Roman" panose="02020603050405020304" pitchFamily="18" charset="0"/>
              </a:rPr>
              <a:t>Buletinul</a:t>
            </a:r>
            <a:r>
              <a:rPr lang="ro-RO" altLang="ro-RO" sz="2800" b="1" dirty="0">
                <a:latin typeface="Times New Roman" panose="02020603050405020304" pitchFamily="18" charset="0"/>
                <a:cs typeface="Times New Roman" panose="02020603050405020304" pitchFamily="18" charset="0"/>
              </a:rPr>
              <a:t> dublu german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Titre 1">
            <a:extLst>
              <a:ext uri="{FF2B5EF4-FFF2-40B4-BE49-F238E27FC236}">
                <a16:creationId xmlns:a16="http://schemas.microsoft.com/office/drawing/2014/main" id="{EC25C155-9D6D-4AA4-BA96-4FD2A12350C0}"/>
              </a:ext>
            </a:extLst>
          </p:cNvPr>
          <p:cNvSpPr>
            <a:spLocks noGrp="1" noChangeArrowheads="1"/>
          </p:cNvSpPr>
          <p:nvPr>
            <p:ph type="title"/>
          </p:nvPr>
        </p:nvSpPr>
        <p:spPr>
          <a:xfrm>
            <a:off x="2209800" y="188913"/>
            <a:ext cx="7772400" cy="792162"/>
          </a:xfrm>
        </p:spPr>
        <p:txBody>
          <a:bodyPr/>
          <a:lstStyle/>
          <a:p>
            <a:pPr algn="ctr"/>
            <a:r>
              <a:rPr lang="ro-RO" altLang="ro-RO" sz="2800" b="1" dirty="0">
                <a:latin typeface="Times New Roman" panose="02020603050405020304" pitchFamily="18" charset="0"/>
                <a:cs typeface="Times New Roman" panose="02020603050405020304" pitchFamily="18" charset="0"/>
              </a:rPr>
              <a:t>Avantaje </a:t>
            </a:r>
          </a:p>
        </p:txBody>
      </p:sp>
      <p:sp>
        <p:nvSpPr>
          <p:cNvPr id="111619" name="Rectangle 1">
            <a:extLst>
              <a:ext uri="{FF2B5EF4-FFF2-40B4-BE49-F238E27FC236}">
                <a16:creationId xmlns:a16="http://schemas.microsoft.com/office/drawing/2014/main" id="{FD85D820-A092-4CE9-8A81-A1C87EEA9D9B}"/>
              </a:ext>
            </a:extLst>
          </p:cNvPr>
          <p:cNvSpPr>
            <a:spLocks noChangeArrowheads="1"/>
          </p:cNvSpPr>
          <p:nvPr/>
        </p:nvSpPr>
        <p:spPr bwMode="auto">
          <a:xfrm>
            <a:off x="178904" y="759778"/>
            <a:ext cx="11834191" cy="6186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a:spcBef>
                <a:spcPct val="0"/>
              </a:spcBef>
              <a:buFontTx/>
              <a:buNone/>
            </a:pPr>
            <a:r>
              <a:rPr lang="ro-RO" altLang="ro-RO" sz="1800" b="1" dirty="0">
                <a:ea typeface="Calibri" panose="020F0502020204030204" pitchFamily="34" charset="0"/>
                <a:cs typeface="Times New Roman" panose="02020603050405020304" pitchFamily="18" charset="0"/>
              </a:rPr>
              <a:t>Sistemul</a:t>
            </a:r>
            <a:r>
              <a:rPr lang="fr-FR" altLang="ro-RO" sz="1800" b="1" dirty="0">
                <a:ea typeface="Calibri" panose="020F0502020204030204" pitchFamily="34" charset="0"/>
                <a:cs typeface="Times New Roman" panose="02020603050405020304" pitchFamily="18" charset="0"/>
              </a:rPr>
              <a:t> de </a:t>
            </a:r>
            <a:r>
              <a:rPr lang="ro-RO" altLang="ro-RO" sz="1800" b="1" dirty="0">
                <a:ea typeface="Calibri" panose="020F0502020204030204" pitchFamily="34" charset="0"/>
                <a:cs typeface="Times New Roman" panose="02020603050405020304" pitchFamily="18" charset="0"/>
              </a:rPr>
              <a:t>vot</a:t>
            </a:r>
            <a:r>
              <a:rPr lang="fr-FR" altLang="ro-RO" sz="1800" b="1" dirty="0">
                <a:ea typeface="Calibri" panose="020F0502020204030204" pitchFamily="34" charset="0"/>
                <a:cs typeface="Times New Roman" panose="02020603050405020304" pitchFamily="18" charset="0"/>
              </a:rPr>
              <a:t> </a:t>
            </a:r>
            <a:r>
              <a:rPr lang="ro-RO" altLang="ro-RO" sz="1800" b="1" dirty="0">
                <a:ea typeface="Calibri" panose="020F0502020204030204" pitchFamily="34" charset="0"/>
                <a:cs typeface="Times New Roman" panose="02020603050405020304" pitchFamily="18" charset="0"/>
              </a:rPr>
              <a:t>dublu</a:t>
            </a:r>
            <a:r>
              <a:rPr lang="fr-FR" altLang="ro-RO" sz="1800" b="1" dirty="0">
                <a:ea typeface="Calibri" panose="020F0502020204030204" pitchFamily="34" charset="0"/>
                <a:cs typeface="Times New Roman" panose="02020603050405020304" pitchFamily="18" charset="0"/>
              </a:rPr>
              <a:t> </a:t>
            </a:r>
            <a:r>
              <a:rPr lang="ro-RO" altLang="ro-RO" sz="1800" b="1" dirty="0">
                <a:ea typeface="Calibri" panose="020F0502020204030204" pitchFamily="34" charset="0"/>
                <a:cs typeface="Times New Roman" panose="02020603050405020304" pitchFamily="18" charset="0"/>
              </a:rPr>
              <a:t>permite alegătorilor să-și orienteze strategic voturile între parteneri unei coaliții existente sau potențiale.  </a:t>
            </a:r>
          </a:p>
          <a:p>
            <a:pPr algn="just">
              <a:spcBef>
                <a:spcPct val="0"/>
              </a:spcBef>
              <a:buFontTx/>
              <a:buNone/>
            </a:pPr>
            <a:endParaRPr lang="ro-RO" altLang="ro-RO" sz="1800" b="1" dirty="0">
              <a:ea typeface="Calibri" panose="020F0502020204030204" pitchFamily="34" charset="0"/>
              <a:cs typeface="Times New Roman" panose="02020603050405020304" pitchFamily="18" charset="0"/>
            </a:endParaRPr>
          </a:p>
          <a:p>
            <a:pPr algn="just">
              <a:spcBef>
                <a:spcPct val="0"/>
              </a:spcBef>
              <a:buFontTx/>
              <a:buNone/>
            </a:pPr>
            <a:r>
              <a:rPr lang="ro-RO" altLang="ro-RO" sz="1800" b="1" dirty="0">
                <a:ea typeface="Calibri" panose="020F0502020204030204" pitchFamily="34" charset="0"/>
                <a:cs typeface="Times New Roman" panose="02020603050405020304" pitchFamily="18" charset="0"/>
              </a:rPr>
              <a:t>De cele mai multe ori </a:t>
            </a:r>
            <a:r>
              <a:rPr lang="ro-RO" altLang="ro-RO" sz="1800" b="1" i="1" dirty="0">
                <a:ea typeface="Calibri" panose="020F0502020204030204" pitchFamily="34" charset="0"/>
                <a:cs typeface="Times New Roman" panose="02020603050405020304" pitchFamily="18" charset="0"/>
              </a:rPr>
              <a:t>voturile din partea proporțională </a:t>
            </a:r>
            <a:r>
              <a:rPr lang="ro-RO" altLang="ro-RO" sz="1800" b="1" dirty="0">
                <a:ea typeface="Calibri" panose="020F0502020204030204" pitchFamily="34" charset="0"/>
                <a:cs typeface="Times New Roman" panose="02020603050405020304" pitchFamily="18" charset="0"/>
              </a:rPr>
              <a:t>sunt utilizate de susținătorii partidelor mici. Deoarece este puțin probabil pentru candidații partidelor mici să câștige într-o circumscripție uninominală, susținătorii acestora acordă frecvent primul vot unui candidat din proximitatea ideologică dintr-o coaliție de partide mari. De asemenea, susținătorii partidelor majore își pot „împrumuta” al doilea vot partidelor mai mici din coaliție pentru a le permite să atingă pragul necesar. Prin urmare, votul este folosit strategic de către alegători pentru a sprijini un partener al partidului lor în coaliție sau cel puțin pentru a indica preferințele lor pentru coaliție.</a:t>
            </a:r>
          </a:p>
          <a:p>
            <a:pPr>
              <a:spcBef>
                <a:spcPct val="0"/>
              </a:spcBef>
              <a:buFontTx/>
              <a:buNone/>
            </a:pPr>
            <a:endParaRPr lang="ro-RO" altLang="ro-RO" sz="1800" b="1" dirty="0">
              <a:ea typeface="Calibri" panose="020F0502020204030204" pitchFamily="34" charset="0"/>
              <a:cs typeface="Times New Roman" panose="02020603050405020304" pitchFamily="18" charset="0"/>
            </a:endParaRPr>
          </a:p>
          <a:p>
            <a:pPr algn="just">
              <a:spcBef>
                <a:spcPct val="0"/>
              </a:spcBef>
              <a:buFontTx/>
              <a:buNone/>
            </a:pPr>
            <a:r>
              <a:rPr lang="ro-RO" altLang="ro-RO" sz="1800" b="1" dirty="0">
                <a:ea typeface="Calibri" panose="020F0502020204030204" pitchFamily="34" charset="0"/>
                <a:cs typeface="Times New Roman" panose="02020603050405020304" pitchFamily="18" charset="0"/>
              </a:rPr>
              <a:t>Prin producerea de rezultate extrem de proporționale, sistemul mixt face puțin probabilă existența majorităților fabricate, situație în care un partid va câștiga majoritatea absolută a locurilor parlamentare cu mult mai puține voturi populare. De fapt, majoritățile fabricate nu au existat niciodată în Germania.</a:t>
            </a:r>
          </a:p>
          <a:p>
            <a:pPr algn="just">
              <a:spcBef>
                <a:spcPct val="0"/>
              </a:spcBef>
              <a:buFontTx/>
              <a:buNone/>
            </a:pPr>
            <a:endParaRPr lang="ro-RO" altLang="ro-RO" sz="1800" b="1" dirty="0">
              <a:ea typeface="Calibri" panose="020F0502020204030204" pitchFamily="34" charset="0"/>
              <a:cs typeface="Times New Roman" panose="02020603050405020304" pitchFamily="18" charset="0"/>
            </a:endParaRPr>
          </a:p>
          <a:p>
            <a:pPr algn="just">
              <a:spcBef>
                <a:spcPct val="0"/>
              </a:spcBef>
              <a:buFontTx/>
              <a:buNone/>
            </a:pPr>
            <a:r>
              <a:rPr lang="ro-RO" altLang="ro-RO" sz="1800" b="1" dirty="0">
                <a:ea typeface="Calibri" panose="020F0502020204030204" pitchFamily="34" charset="0"/>
                <a:cs typeface="Times New Roman" panose="02020603050405020304" pitchFamily="18" charset="0"/>
              </a:rPr>
              <a:t>Guvernele au fost de obicei guverne de coaliție și orice schimbare a guvernului a rezultat din modificări de configurație a coaliției. Guvernele germane de coaliție sunt, de regulă, stabile și percepute ca fiind legitime de electorat Din cauza stimulentelor pentru colaborarea inerentă coalițiilor, mulți germani preferă un guvern de coaliție unui un guvern monocolor. </a:t>
            </a:r>
          </a:p>
          <a:p>
            <a:pPr algn="just">
              <a:spcBef>
                <a:spcPct val="0"/>
              </a:spcBef>
              <a:buFontTx/>
              <a:buNone/>
            </a:pPr>
            <a:endParaRPr lang="ro-RO" altLang="ro-RO" sz="1800" b="1" dirty="0">
              <a:ea typeface="Calibri" panose="020F0502020204030204" pitchFamily="34" charset="0"/>
              <a:cs typeface="Times New Roman" panose="02020603050405020304" pitchFamily="18" charset="0"/>
            </a:endParaRPr>
          </a:p>
          <a:p>
            <a:pPr algn="just">
              <a:spcBef>
                <a:spcPct val="0"/>
              </a:spcBef>
              <a:buFontTx/>
              <a:buNone/>
            </a:pPr>
            <a:r>
              <a:rPr lang="ro-RO" altLang="ro-RO" sz="1800" b="1" dirty="0">
                <a:ea typeface="Calibri" panose="020F0502020204030204" pitchFamily="34" charset="0"/>
                <a:cs typeface="Times New Roman" panose="02020603050405020304" pitchFamily="18" charset="0"/>
              </a:rPr>
              <a:t>Funcția principală de control este îndeplinită de o opoziție destul de bine reprezentată. Este important de menționat că relația dintre guvern și opoziție în politica germană este mai consensuală și cooperantă decât ostilă. Totuși, acesta este mai mult rezultatul culturii istorice și politice decât al sistemului electoral în sine.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859DACE9-0215-4E5C-83F5-9DF7CB0954F3}"/>
              </a:ext>
            </a:extLst>
          </p:cNvPr>
          <p:cNvSpPr>
            <a:spLocks noGrp="1"/>
          </p:cNvSpPr>
          <p:nvPr>
            <p:ph type="title"/>
          </p:nvPr>
        </p:nvSpPr>
        <p:spPr>
          <a:xfrm>
            <a:off x="838200" y="180753"/>
            <a:ext cx="10515600" cy="744281"/>
          </a:xfrm>
        </p:spPr>
        <p:txBody>
          <a:bodyPr>
            <a:normAutofit fontScale="90000"/>
          </a:bodyPr>
          <a:lstStyle/>
          <a:p>
            <a:pPr algn="ctr"/>
            <a:br>
              <a:rPr lang="ro-RO" sz="3600" b="1" dirty="0">
                <a:latin typeface="Times New Roman" panose="02020603050405020304" pitchFamily="18" charset="0"/>
                <a:cs typeface="Times New Roman" panose="02020603050405020304" pitchFamily="18" charset="0"/>
              </a:rPr>
            </a:br>
            <a:r>
              <a:rPr lang="ro-RO" sz="3600" b="1" dirty="0">
                <a:latin typeface="Times New Roman" panose="02020603050405020304" pitchFamily="18" charset="0"/>
                <a:cs typeface="Times New Roman" panose="02020603050405020304" pitchFamily="18" charset="0"/>
              </a:rPr>
              <a:t>Sistemul electoral mixt cu finalitate majoritară: Ungaria </a:t>
            </a:r>
            <a:br>
              <a:rPr lang="ro-RO" dirty="0"/>
            </a:br>
            <a:endParaRPr lang="ro-RO" dirty="0"/>
          </a:p>
        </p:txBody>
      </p:sp>
      <p:sp>
        <p:nvSpPr>
          <p:cNvPr id="4" name="Dreptunghi 3">
            <a:extLst>
              <a:ext uri="{FF2B5EF4-FFF2-40B4-BE49-F238E27FC236}">
                <a16:creationId xmlns:a16="http://schemas.microsoft.com/office/drawing/2014/main" id="{11FC9E50-BA4A-43A8-B91F-12DE283EF9FB}"/>
              </a:ext>
            </a:extLst>
          </p:cNvPr>
          <p:cNvSpPr/>
          <p:nvPr/>
        </p:nvSpPr>
        <p:spPr>
          <a:xfrm>
            <a:off x="478465" y="1213009"/>
            <a:ext cx="11025963" cy="3239156"/>
          </a:xfrm>
          <a:prstGeom prst="rect">
            <a:avLst/>
          </a:prstGeom>
        </p:spPr>
        <p:txBody>
          <a:bodyPr wrap="square">
            <a:spAutoFit/>
          </a:bodyPr>
          <a:lstStyle/>
          <a:p>
            <a:pPr algn="just">
              <a:lnSpc>
                <a:spcPct val="107000"/>
              </a:lnSpc>
              <a:spcAft>
                <a:spcPts val="800"/>
              </a:spcAft>
            </a:pPr>
            <a:r>
              <a:rPr lang="ro-RO" sz="2000" b="1" dirty="0">
                <a:latin typeface="Times New Roman" panose="02020603050405020304" pitchFamily="18" charset="0"/>
                <a:ea typeface="Calibri" panose="020F0502020204030204" pitchFamily="34" charset="0"/>
                <a:cs typeface="Times New Roman" panose="02020603050405020304" pitchFamily="18" charset="0"/>
              </a:rPr>
              <a:t>În Ungaria, Adunarea Națională este formată din 199 de deputați: 106 de locuri sunt astfel alese printr-un </a:t>
            </a:r>
            <a:r>
              <a:rPr lang="ro-RO" sz="2000" b="1" i="1" dirty="0">
                <a:latin typeface="Times New Roman" panose="02020603050405020304" pitchFamily="18" charset="0"/>
                <a:ea typeface="Calibri" panose="020F0502020204030204" pitchFamily="34" charset="0"/>
                <a:cs typeface="Times New Roman" panose="02020603050405020304" pitchFamily="18" charset="0"/>
              </a:rPr>
              <a:t>sistem majoritar în două tururi</a:t>
            </a:r>
            <a:r>
              <a:rPr lang="ro-RO" sz="2000" b="1" dirty="0">
                <a:latin typeface="Times New Roman" panose="02020603050405020304" pitchFamily="18" charset="0"/>
                <a:ea typeface="Calibri" panose="020F0502020204030204" pitchFamily="34" charset="0"/>
                <a:cs typeface="Times New Roman" panose="02020603050405020304" pitchFamily="18" charset="0"/>
              </a:rPr>
              <a:t>, iar 93 de locuri sunt alese într-o circumscripție plurinominlă națională după </a:t>
            </a:r>
            <a:r>
              <a:rPr lang="ro-RO" sz="2000" b="1" i="1" dirty="0">
                <a:latin typeface="Times New Roman" panose="02020603050405020304" pitchFamily="18" charset="0"/>
                <a:ea typeface="Calibri" panose="020F0502020204030204" pitchFamily="34" charset="0"/>
                <a:cs typeface="Times New Roman" panose="02020603050405020304" pitchFamily="18" charset="0"/>
              </a:rPr>
              <a:t>sistemul reprezentării proporționale </a:t>
            </a:r>
            <a:r>
              <a:rPr lang="ro-RO" sz="2000" b="1" dirty="0">
                <a:latin typeface="Times New Roman" panose="02020603050405020304" pitchFamily="18" charset="0"/>
                <a:ea typeface="Calibri" panose="020F0502020204030204" pitchFamily="34" charset="0"/>
                <a:cs typeface="Times New Roman" panose="02020603050405020304" pitchFamily="18" charset="0"/>
              </a:rPr>
              <a:t>cu un prag electoral de 5% într-o circumscripție națională unică. Acest prag crește la 10% pentru alianțele electorale formate din două partide și la 15% pentru cele care au trei sau mai multe partide.</a:t>
            </a:r>
            <a:endParaRPr lang="ro-RO" sz="2000" b="1"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r>
              <a:rPr lang="ro-RO" sz="2000" b="1" dirty="0">
                <a:latin typeface="Times New Roman" panose="02020603050405020304" pitchFamily="18" charset="0"/>
                <a:ea typeface="Calibri" panose="020F0502020204030204" pitchFamily="34" charset="0"/>
                <a:cs typeface="Times New Roman" panose="02020603050405020304" pitchFamily="18" charset="0"/>
              </a:rPr>
              <a:t> </a:t>
            </a:r>
            <a:endParaRPr lang="ro-RO" sz="2000" b="1"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r>
              <a:rPr lang="ro-RO" sz="2000" b="1" dirty="0">
                <a:latin typeface="Times New Roman" panose="02020603050405020304" pitchFamily="18" charset="0"/>
                <a:ea typeface="Calibri" panose="020F0502020204030204" pitchFamily="34" charset="0"/>
                <a:cs typeface="Times New Roman" panose="02020603050405020304" pitchFamily="18" charset="0"/>
              </a:rPr>
              <a:t>În partea proporțională se calculează și voturile strânse de partidele care au prezentat listele naționale pentru candidații din circumscripțiile uninominale unde nu au câștigat niciun mandat, cu condiția depășirii pragului de 5%, iar distribuția mandatelor se face după metoda dᵔHondt.</a:t>
            </a:r>
            <a:endParaRPr lang="ro-RO" sz="2000" b="1"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310248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A6CCCE6D-0F06-486C-AABD-B8A455D66727}"/>
              </a:ext>
            </a:extLst>
          </p:cNvPr>
          <p:cNvSpPr>
            <a:spLocks noGrp="1"/>
          </p:cNvSpPr>
          <p:nvPr>
            <p:ph type="title"/>
          </p:nvPr>
        </p:nvSpPr>
        <p:spPr>
          <a:xfrm>
            <a:off x="795668" y="365125"/>
            <a:ext cx="10515600" cy="1325563"/>
          </a:xfrm>
        </p:spPr>
        <p:txBody>
          <a:bodyPr/>
          <a:lstStyle/>
          <a:p>
            <a:pPr algn="ctr"/>
            <a:r>
              <a:rPr lang="ro-RO" b="1" dirty="0">
                <a:latin typeface="Times New Roman" panose="02020603050405020304" pitchFamily="18" charset="0"/>
                <a:cs typeface="Times New Roman" panose="02020603050405020304" pitchFamily="18" charset="0"/>
              </a:rPr>
              <a:t>Sistemului mixt necompensat: Rusia</a:t>
            </a:r>
            <a:endParaRPr lang="ro-RO" dirty="0"/>
          </a:p>
        </p:txBody>
      </p:sp>
      <p:sp>
        <p:nvSpPr>
          <p:cNvPr id="3" name="Dreptunghi 2">
            <a:extLst>
              <a:ext uri="{FF2B5EF4-FFF2-40B4-BE49-F238E27FC236}">
                <a16:creationId xmlns:a16="http://schemas.microsoft.com/office/drawing/2014/main" id="{1017FC06-5DF9-4055-9356-6D0509EADE12}"/>
              </a:ext>
            </a:extLst>
          </p:cNvPr>
          <p:cNvSpPr/>
          <p:nvPr/>
        </p:nvSpPr>
        <p:spPr>
          <a:xfrm>
            <a:off x="838200" y="1737761"/>
            <a:ext cx="10094843" cy="5954772"/>
          </a:xfrm>
          <a:prstGeom prst="rect">
            <a:avLst/>
          </a:prstGeom>
        </p:spPr>
        <p:txBody>
          <a:bodyPr wrap="square">
            <a:spAutoFit/>
          </a:bodyPr>
          <a:lstStyle/>
          <a:p>
            <a:pPr algn="just">
              <a:lnSpc>
                <a:spcPct val="107000"/>
              </a:lnSpc>
              <a:spcAft>
                <a:spcPts val="800"/>
              </a:spcAft>
            </a:pPr>
            <a:r>
              <a:rPr lang="ro-RO" sz="2000" b="1" dirty="0">
                <a:latin typeface="Times New Roman" panose="02020603050405020304" pitchFamily="18" charset="0"/>
                <a:ea typeface="Calibri" panose="020F0502020204030204" pitchFamily="34" charset="0"/>
                <a:cs typeface="Times New Roman" panose="02020603050405020304" pitchFamily="18" charset="0"/>
              </a:rPr>
              <a:t>Conform legilor electorale de după 1993, Duma de Stat este aleasă după sistem mixt necompensat. Jumătate din locuri (225) sunt alese prin reprezentare proporțională cu lista închisă de partid și cu condiția obținerii unui prag electoral de 5%. A doua jumătate este aleasă în 225 de circumscripții uninominale. </a:t>
            </a:r>
            <a:endParaRPr lang="ro-RO" sz="2000" b="1"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r>
              <a:rPr lang="ro-RO" sz="2000" b="1" dirty="0">
                <a:latin typeface="Times New Roman" panose="02020603050405020304" pitchFamily="18" charset="0"/>
                <a:ea typeface="Calibri" panose="020F0502020204030204" pitchFamily="34" charset="0"/>
                <a:cs typeface="Times New Roman" panose="02020603050405020304" pitchFamily="18" charset="0"/>
              </a:rPr>
              <a:t> </a:t>
            </a:r>
            <a:endParaRPr lang="ro-RO" sz="2000" b="1"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r>
              <a:rPr lang="ro-RO" sz="2000" b="1" dirty="0">
                <a:latin typeface="Times New Roman" panose="02020603050405020304" pitchFamily="18" charset="0"/>
                <a:ea typeface="Calibri" panose="020F0502020204030204" pitchFamily="34" charset="0"/>
                <a:cs typeface="Times New Roman" panose="02020603050405020304" pitchFamily="18" charset="0"/>
              </a:rPr>
              <a:t>În partea proporțională, candidații pot fi nominalizați numai de partide politice. Listele de partide trebuie să includă cel puțin 200 și cel mult 400 de candidați. Lista poate include de asemenea candidații care nu sunt membri ai partidului, dar numărul acestora nu trebuie să depășească 50% din numărul candidaților de pe listă. Lista partidelor de candidați trebuie împărțită între candidații la nivel  federal și cei la nivel regional. </a:t>
            </a:r>
          </a:p>
          <a:p>
            <a:pPr algn="just">
              <a:lnSpc>
                <a:spcPct val="107000"/>
              </a:lnSpc>
              <a:spcAft>
                <a:spcPts val="800"/>
              </a:spcAft>
            </a:pPr>
            <a:endParaRPr lang="ro-RO" sz="2000" b="1"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r>
              <a:rPr lang="ro-RO" sz="2000" b="1" dirty="0">
                <a:latin typeface="Times New Roman" panose="02020603050405020304" pitchFamily="18" charset="0"/>
                <a:cs typeface="Times New Roman" panose="02020603050405020304" pitchFamily="18" charset="0"/>
              </a:rPr>
              <a:t>În partea majoritară, candidații pot fi nominalizați atât de partide politice, dar pot fi și independenți. </a:t>
            </a:r>
          </a:p>
          <a:p>
            <a:pPr algn="just">
              <a:lnSpc>
                <a:spcPct val="107000"/>
              </a:lnSpc>
              <a:spcAft>
                <a:spcPts val="800"/>
              </a:spcAft>
            </a:pPr>
            <a:endParaRPr lang="ro-RO" sz="2000" b="1"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r>
              <a:rPr lang="ro-RO" sz="2000" b="1" dirty="0">
                <a:latin typeface="Times New Roman" panose="02020603050405020304" pitchFamily="18" charset="0"/>
                <a:cs typeface="Times New Roman" panose="02020603050405020304" pitchFamily="18" charset="0"/>
              </a:rPr>
              <a:t>Un candidat poate fi desemnat atât într-o circumscripție plurinominală, cât și în circumscripție uninominală. </a:t>
            </a:r>
            <a:endParaRPr lang="ro-RO" sz="2000" b="1"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612263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AFCD1D7-5B96-4506-8CD5-1F93F78296B3}"/>
              </a:ext>
            </a:extLst>
          </p:cNvPr>
          <p:cNvSpPr>
            <a:spLocks noGrp="1"/>
          </p:cNvSpPr>
          <p:nvPr>
            <p:ph type="title"/>
          </p:nvPr>
        </p:nvSpPr>
        <p:spPr>
          <a:xfrm>
            <a:off x="1992313" y="260350"/>
            <a:ext cx="8229600" cy="1143000"/>
          </a:xfrm>
        </p:spPr>
        <p:txBody>
          <a:bodyPr>
            <a:normAutofit fontScale="90000"/>
          </a:bodyPr>
          <a:lstStyle/>
          <a:p>
            <a:pPr algn="ctr">
              <a:defRPr/>
            </a:pPr>
            <a:br>
              <a:rPr lang="ro-RO" sz="3100" b="1" dirty="0"/>
            </a:br>
            <a:br>
              <a:rPr lang="ro-RO" sz="3100" b="1" dirty="0">
                <a:latin typeface="Times New Roman" panose="02020603050405020304" pitchFamily="18" charset="0"/>
                <a:cs typeface="Times New Roman" panose="02020603050405020304" pitchFamily="18" charset="0"/>
              </a:rPr>
            </a:br>
            <a:r>
              <a:rPr lang="ro-RO" sz="3100" b="1" dirty="0">
                <a:latin typeface="Times New Roman" panose="02020603050405020304" pitchFamily="18" charset="0"/>
                <a:cs typeface="Times New Roman" panose="02020603050405020304" pitchFamily="18" charset="0"/>
              </a:rPr>
              <a:t>Model ipotetic de aplicare a sistemului mixt compensat</a:t>
            </a:r>
            <a:br>
              <a:rPr lang="ro-RO" dirty="0"/>
            </a:br>
            <a:endParaRPr lang="ro-RO" dirty="0"/>
          </a:p>
        </p:txBody>
      </p:sp>
      <p:graphicFrame>
        <p:nvGraphicFramePr>
          <p:cNvPr id="3" name="Tableau 2">
            <a:extLst>
              <a:ext uri="{FF2B5EF4-FFF2-40B4-BE49-F238E27FC236}">
                <a16:creationId xmlns:a16="http://schemas.microsoft.com/office/drawing/2014/main" id="{84697F02-4A73-4477-A41C-60C8918F1FC9}"/>
              </a:ext>
            </a:extLst>
          </p:cNvPr>
          <p:cNvGraphicFramePr>
            <a:graphicFrameLocks noGrp="1"/>
          </p:cNvGraphicFramePr>
          <p:nvPr/>
        </p:nvGraphicFramePr>
        <p:xfrm>
          <a:off x="2208214" y="1844675"/>
          <a:ext cx="7920037" cy="3621405"/>
        </p:xfrm>
        <a:graphic>
          <a:graphicData uri="http://schemas.openxmlformats.org/drawingml/2006/table">
            <a:tbl>
              <a:tblPr/>
              <a:tblGrid>
                <a:gridCol w="1366837">
                  <a:extLst>
                    <a:ext uri="{9D8B030D-6E8A-4147-A177-3AD203B41FA5}">
                      <a16:colId xmlns:a16="http://schemas.microsoft.com/office/drawing/2014/main" val="2019321958"/>
                    </a:ext>
                  </a:extLst>
                </a:gridCol>
                <a:gridCol w="1212850">
                  <a:extLst>
                    <a:ext uri="{9D8B030D-6E8A-4147-A177-3AD203B41FA5}">
                      <a16:colId xmlns:a16="http://schemas.microsoft.com/office/drawing/2014/main" val="3376965369"/>
                    </a:ext>
                  </a:extLst>
                </a:gridCol>
                <a:gridCol w="2079625">
                  <a:extLst>
                    <a:ext uri="{9D8B030D-6E8A-4147-A177-3AD203B41FA5}">
                      <a16:colId xmlns:a16="http://schemas.microsoft.com/office/drawing/2014/main" val="2196993980"/>
                    </a:ext>
                  </a:extLst>
                </a:gridCol>
                <a:gridCol w="2306638">
                  <a:extLst>
                    <a:ext uri="{9D8B030D-6E8A-4147-A177-3AD203B41FA5}">
                      <a16:colId xmlns:a16="http://schemas.microsoft.com/office/drawing/2014/main" val="2248704304"/>
                    </a:ext>
                  </a:extLst>
                </a:gridCol>
                <a:gridCol w="954087">
                  <a:extLst>
                    <a:ext uri="{9D8B030D-6E8A-4147-A177-3AD203B41FA5}">
                      <a16:colId xmlns:a16="http://schemas.microsoft.com/office/drawing/2014/main" val="817811139"/>
                    </a:ext>
                  </a:extLst>
                </a:gridCol>
              </a:tblGrid>
              <a:tr h="1096963">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o-RO" altLang="ro-RO" sz="18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rPr>
                        <a:t>Partid</a:t>
                      </a:r>
                      <a:endParaRPr kumimoji="0" lang="ro-RO" altLang="ro-RO" sz="18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o-RO" altLang="ro-RO" sz="18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rPr>
                        <a:t>Voturi %</a:t>
                      </a:r>
                      <a:endParaRPr kumimoji="0" lang="ro-RO" altLang="ro-RO" sz="18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o-RO" altLang="ro-RO" sz="18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rPr>
                        <a:t>Locuri câștigate în circumscripții  uninominale (scrutin majoritar)</a:t>
                      </a:r>
                      <a:endParaRPr kumimoji="0" lang="ro-RO" altLang="ro-RO" sz="18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o-RO" altLang="ro-RO" sz="18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rPr>
                        <a:t>Locuri compensatorii </a:t>
                      </a:r>
                      <a:endParaRPr kumimoji="0" lang="ro-RO" altLang="ro-RO" sz="18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ro-RO" altLang="ro-RO" sz="18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rPr>
                        <a:t>(scrutin proporțional)</a:t>
                      </a:r>
                      <a:endParaRPr kumimoji="0" lang="ro-RO" altLang="ro-RO" sz="18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o-RO" altLang="ro-RO" sz="18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rPr>
                        <a:t>Total</a:t>
                      </a:r>
                      <a:endParaRPr kumimoji="0" lang="ro-RO" altLang="ro-RO" sz="18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70891591"/>
                  </a:ext>
                </a:extLst>
              </a:tr>
              <a:tr h="504825">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o-RO" altLang="ro-RO" sz="18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rPr>
                        <a:t>Partid A</a:t>
                      </a:r>
                      <a:endParaRPr kumimoji="0" lang="ro-RO" altLang="ro-RO" sz="18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ro-RO" altLang="ro-RO" sz="18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rPr>
                        <a:t>44</a:t>
                      </a:r>
                      <a:endParaRPr kumimoji="0" lang="ro-RO" altLang="ro-RO" sz="18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ro-RO" altLang="ro-RO" sz="18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rPr>
                        <a:t>65</a:t>
                      </a:r>
                      <a:endParaRPr kumimoji="0" lang="ro-RO" altLang="ro-RO" sz="18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ro-RO" altLang="ro-RO" sz="18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rPr>
                        <a:t>+23</a:t>
                      </a:r>
                      <a:endParaRPr kumimoji="0" lang="ro-RO" altLang="ro-RO" sz="18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ro-RO" altLang="ro-RO" sz="1800" b="1" i="0" u="none" strike="noStrike" cap="none" normalizeH="0" baseline="0" dirty="0">
                          <a:ln>
                            <a:noFill/>
                          </a:ln>
                          <a:solidFill>
                            <a:srgbClr val="FF0000"/>
                          </a:solidFill>
                          <a:effectLst/>
                          <a:latin typeface="Times New Roman" panose="02020603050405020304" pitchFamily="18" charset="0"/>
                          <a:ea typeface="Calibri" panose="020F0502020204030204" pitchFamily="34" charset="0"/>
                          <a:cs typeface="Calibri" panose="020F0502020204030204" pitchFamily="34" charset="0"/>
                        </a:rPr>
                        <a:t> 88</a:t>
                      </a:r>
                      <a:endParaRPr kumimoji="0" lang="ro-RO" altLang="ro-RO" sz="18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346139133"/>
                  </a:ext>
                </a:extLst>
              </a:tr>
              <a:tr h="504825">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o-RO" altLang="ro-RO" sz="18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rPr>
                        <a:t>Partid B</a:t>
                      </a:r>
                      <a:endParaRPr kumimoji="0" lang="ro-RO" altLang="ro-RO" sz="18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ro-RO" altLang="ro-RO" sz="18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rPr>
                        <a:t>40</a:t>
                      </a:r>
                      <a:endParaRPr kumimoji="0" lang="ro-RO" altLang="ro-RO" sz="18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ro-RO" altLang="ro-RO" sz="18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rPr>
                        <a:t>34</a:t>
                      </a:r>
                      <a:endParaRPr kumimoji="0" lang="ro-RO" altLang="ro-RO" sz="18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ro-RO" altLang="ro-RO" sz="18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rPr>
                        <a:t>+46</a:t>
                      </a:r>
                      <a:endParaRPr kumimoji="0" lang="ro-RO" altLang="ro-RO" sz="18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ro-RO" altLang="ro-RO" sz="1800" b="1" i="0" u="none" strike="noStrike" cap="none" normalizeH="0" baseline="0" dirty="0">
                          <a:ln>
                            <a:noFill/>
                          </a:ln>
                          <a:solidFill>
                            <a:srgbClr val="FF0000"/>
                          </a:solidFill>
                          <a:effectLst/>
                          <a:latin typeface="Times New Roman" panose="02020603050405020304" pitchFamily="18" charset="0"/>
                          <a:ea typeface="Calibri" panose="020F0502020204030204" pitchFamily="34" charset="0"/>
                          <a:cs typeface="Calibri" panose="020F0502020204030204" pitchFamily="34" charset="0"/>
                        </a:rPr>
                        <a:t>80</a:t>
                      </a:r>
                      <a:endParaRPr kumimoji="0" lang="ro-RO" altLang="ro-RO" sz="18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43242349"/>
                  </a:ext>
                </a:extLst>
              </a:tr>
              <a:tr h="504825">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o-RO" altLang="ro-RO" sz="18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rPr>
                        <a:t>Partid C</a:t>
                      </a:r>
                      <a:endParaRPr kumimoji="0" lang="ro-RO" altLang="ro-RO" sz="18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ro-RO" altLang="ro-RO" sz="18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rPr>
                        <a:t>10</a:t>
                      </a:r>
                      <a:endParaRPr kumimoji="0" lang="ro-RO" altLang="ro-RO" sz="18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ro-RO" altLang="ro-RO" sz="18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rPr>
                        <a:t>1</a:t>
                      </a:r>
                      <a:endParaRPr kumimoji="0" lang="ro-RO" altLang="ro-RO" sz="18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ro-RO" altLang="ro-RO" sz="18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rPr>
                        <a:t>+19</a:t>
                      </a:r>
                      <a:endParaRPr kumimoji="0" lang="ro-RO" altLang="ro-RO" sz="18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ro-RO" altLang="ro-RO" sz="1800" b="1" i="0" u="none" strike="noStrike" cap="none" normalizeH="0" baseline="0" dirty="0">
                          <a:ln>
                            <a:noFill/>
                          </a:ln>
                          <a:solidFill>
                            <a:srgbClr val="FF0000"/>
                          </a:solidFill>
                          <a:effectLst/>
                          <a:latin typeface="Times New Roman" panose="02020603050405020304" pitchFamily="18" charset="0"/>
                          <a:ea typeface="Calibri" panose="020F0502020204030204" pitchFamily="34" charset="0"/>
                          <a:cs typeface="Calibri" panose="020F0502020204030204" pitchFamily="34" charset="0"/>
                        </a:rPr>
                        <a:t>20</a:t>
                      </a:r>
                      <a:endParaRPr kumimoji="0" lang="ro-RO" altLang="ro-RO" sz="18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8062245"/>
                  </a:ext>
                </a:extLst>
              </a:tr>
              <a:tr h="504825">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o-RO" altLang="ro-RO" sz="18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rPr>
                        <a:t>Partid D</a:t>
                      </a:r>
                      <a:endParaRPr kumimoji="0" lang="ro-RO" altLang="ro-RO" sz="18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ro-RO" altLang="ro-RO" sz="18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rPr>
                        <a:t>6</a:t>
                      </a:r>
                      <a:endParaRPr kumimoji="0" lang="ro-RO" altLang="ro-RO" sz="18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ro-RO" altLang="ro-RO" sz="18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rPr>
                        <a:t>0</a:t>
                      </a:r>
                      <a:endParaRPr kumimoji="0" lang="ro-RO" altLang="ro-RO" sz="18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ro-RO" altLang="ro-RO" sz="18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rPr>
                        <a:t>+12</a:t>
                      </a:r>
                      <a:endParaRPr kumimoji="0" lang="ro-RO" altLang="ro-RO" sz="18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ro-RO" altLang="ro-RO" sz="1800" b="1" i="0" u="none" strike="noStrike" cap="none" normalizeH="0" baseline="0" dirty="0">
                          <a:ln>
                            <a:noFill/>
                          </a:ln>
                          <a:solidFill>
                            <a:srgbClr val="FF0000"/>
                          </a:solidFill>
                          <a:effectLst/>
                          <a:latin typeface="Times New Roman" panose="02020603050405020304" pitchFamily="18" charset="0"/>
                          <a:ea typeface="Calibri" panose="020F0502020204030204" pitchFamily="34" charset="0"/>
                          <a:cs typeface="Calibri" panose="020F0502020204030204" pitchFamily="34" charset="0"/>
                        </a:rPr>
                        <a:t>12</a:t>
                      </a:r>
                      <a:endParaRPr kumimoji="0" lang="ro-RO" altLang="ro-RO" sz="18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47132855"/>
                  </a:ext>
                </a:extLst>
              </a:tr>
              <a:tr h="504825">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ro-RO" altLang="ro-RO" sz="18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rPr>
                        <a:t>Total</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ro-RO" altLang="ro-RO" sz="18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rPr>
                        <a:t>100</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ro-RO" altLang="ro-RO" sz="18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rPr>
                        <a:t>100</a:t>
                      </a:r>
                      <a:endParaRPr kumimoji="0" lang="ro-RO" altLang="ro-RO" sz="18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ro-RO" altLang="ro-RO" sz="18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rPr>
                        <a:t>100</a:t>
                      </a:r>
                      <a:endParaRPr kumimoji="0" lang="ro-RO" altLang="ro-RO" sz="18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o-RO" altLang="ro-RO" sz="1800" b="1" i="0" u="none" strike="noStrike" cap="none" normalizeH="0" baseline="0" dirty="0">
                          <a:ln>
                            <a:noFill/>
                          </a:ln>
                          <a:solidFill>
                            <a:srgbClr val="FF0000"/>
                          </a:solidFill>
                          <a:effectLst/>
                          <a:latin typeface="Times New Roman" panose="02020603050405020304" pitchFamily="18" charset="0"/>
                          <a:ea typeface="Calibri" panose="020F0502020204030204" pitchFamily="34" charset="0"/>
                          <a:cs typeface="Calibri" panose="020F0502020204030204" pitchFamily="34" charset="0"/>
                        </a:rPr>
                        <a:t>        200</a:t>
                      </a:r>
                      <a:endParaRPr kumimoji="0" lang="ro-RO" altLang="ro-RO" sz="18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31096684"/>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Titre 1">
            <a:extLst>
              <a:ext uri="{FF2B5EF4-FFF2-40B4-BE49-F238E27FC236}">
                <a16:creationId xmlns:a16="http://schemas.microsoft.com/office/drawing/2014/main" id="{86EB959B-08B0-4542-801F-BA9131A2FC5F}"/>
              </a:ext>
            </a:extLst>
          </p:cNvPr>
          <p:cNvSpPr>
            <a:spLocks noGrp="1" noChangeArrowheads="1"/>
          </p:cNvSpPr>
          <p:nvPr>
            <p:ph type="title"/>
          </p:nvPr>
        </p:nvSpPr>
        <p:spPr>
          <a:xfrm>
            <a:off x="1847851" y="274638"/>
            <a:ext cx="8569325" cy="1143000"/>
          </a:xfrm>
        </p:spPr>
        <p:txBody>
          <a:bodyPr/>
          <a:lstStyle/>
          <a:p>
            <a:pPr algn="ctr"/>
            <a:r>
              <a:rPr lang="ro-RO" altLang="ro-RO" sz="2800" b="1" dirty="0">
                <a:latin typeface="Times New Roman" panose="02020603050405020304" pitchFamily="18" charset="0"/>
                <a:cs typeface="Times New Roman" panose="02020603050405020304" pitchFamily="18" charset="0"/>
              </a:rPr>
              <a:t>Model ipotetic de aplicare a sistemului mixt necompensat</a:t>
            </a:r>
            <a:endParaRPr lang="ro-RO" altLang="ro-RO" sz="2800" dirty="0">
              <a:latin typeface="Times New Roman" panose="02020603050405020304" pitchFamily="18" charset="0"/>
              <a:cs typeface="Times New Roman" panose="02020603050405020304" pitchFamily="18" charset="0"/>
            </a:endParaRPr>
          </a:p>
        </p:txBody>
      </p:sp>
      <p:graphicFrame>
        <p:nvGraphicFramePr>
          <p:cNvPr id="3" name="Tableau 2">
            <a:extLst>
              <a:ext uri="{FF2B5EF4-FFF2-40B4-BE49-F238E27FC236}">
                <a16:creationId xmlns:a16="http://schemas.microsoft.com/office/drawing/2014/main" id="{7F886BE7-AF87-4BBE-9593-0A5AE373C783}"/>
              </a:ext>
            </a:extLst>
          </p:cNvPr>
          <p:cNvGraphicFramePr>
            <a:graphicFrameLocks noGrp="1"/>
          </p:cNvGraphicFramePr>
          <p:nvPr/>
        </p:nvGraphicFramePr>
        <p:xfrm>
          <a:off x="2063750" y="1844675"/>
          <a:ext cx="8135938" cy="3022600"/>
        </p:xfrm>
        <a:graphic>
          <a:graphicData uri="http://schemas.openxmlformats.org/drawingml/2006/table">
            <a:tbl>
              <a:tblPr/>
              <a:tblGrid>
                <a:gridCol w="1506538">
                  <a:extLst>
                    <a:ext uri="{9D8B030D-6E8A-4147-A177-3AD203B41FA5}">
                      <a16:colId xmlns:a16="http://schemas.microsoft.com/office/drawing/2014/main" val="1030822015"/>
                    </a:ext>
                  </a:extLst>
                </a:gridCol>
                <a:gridCol w="1111250">
                  <a:extLst>
                    <a:ext uri="{9D8B030D-6E8A-4147-A177-3AD203B41FA5}">
                      <a16:colId xmlns:a16="http://schemas.microsoft.com/office/drawing/2014/main" val="1380897614"/>
                    </a:ext>
                  </a:extLst>
                </a:gridCol>
                <a:gridCol w="2070100">
                  <a:extLst>
                    <a:ext uri="{9D8B030D-6E8A-4147-A177-3AD203B41FA5}">
                      <a16:colId xmlns:a16="http://schemas.microsoft.com/office/drawing/2014/main" val="2200565014"/>
                    </a:ext>
                  </a:extLst>
                </a:gridCol>
                <a:gridCol w="2298700">
                  <a:extLst>
                    <a:ext uri="{9D8B030D-6E8A-4147-A177-3AD203B41FA5}">
                      <a16:colId xmlns:a16="http://schemas.microsoft.com/office/drawing/2014/main" val="3463258342"/>
                    </a:ext>
                  </a:extLst>
                </a:gridCol>
                <a:gridCol w="1149350">
                  <a:extLst>
                    <a:ext uri="{9D8B030D-6E8A-4147-A177-3AD203B41FA5}">
                      <a16:colId xmlns:a16="http://schemas.microsoft.com/office/drawing/2014/main" val="2979328265"/>
                    </a:ext>
                  </a:extLst>
                </a:gridCol>
              </a:tblGrid>
              <a:tr h="1165225">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o-RO" altLang="ro-RO" sz="18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rPr>
                        <a:t>Partid</a:t>
                      </a:r>
                      <a:endParaRPr kumimoji="0" lang="ro-RO" altLang="ro-RO" sz="18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endParaRPr>
                    </a:p>
                  </a:txBody>
                  <a:tcPr marL="65633" marR="6563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o-RO" altLang="ro-RO" sz="18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rPr>
                        <a:t>Voturi %</a:t>
                      </a:r>
                      <a:endParaRPr kumimoji="0" lang="ro-RO" altLang="ro-RO" sz="18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endParaRPr>
                    </a:p>
                  </a:txBody>
                  <a:tcPr marL="65633" marR="6563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o-RO" altLang="ro-RO" sz="18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rPr>
                        <a:t>Locuri câștigate în circumscripții  uninominale</a:t>
                      </a:r>
                      <a:endParaRPr kumimoji="0" lang="ro-RO" altLang="ro-RO" sz="18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ro-RO" altLang="ro-RO" sz="18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rPr>
                        <a:t>(scrutin majoritar)</a:t>
                      </a:r>
                      <a:endParaRPr kumimoji="0" lang="ro-RO" altLang="ro-RO" sz="18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endParaRPr>
                    </a:p>
                  </a:txBody>
                  <a:tcPr marL="65633" marR="6563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o-RO" altLang="ro-RO" sz="18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rPr>
                        <a:t>Locuri câștigate pe liste în circumscripții  </a:t>
                      </a:r>
                      <a:r>
                        <a:rPr kumimoji="0" lang="ro-RO" altLang="ro-RO" sz="1800" b="1"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rPr>
                        <a:t>plurinominale</a:t>
                      </a:r>
                      <a:endParaRPr kumimoji="0" lang="ro-RO" altLang="ro-RO" sz="18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ro-RO" altLang="ro-RO" sz="18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rPr>
                        <a:t>(scrutin proporțional)</a:t>
                      </a:r>
                      <a:endParaRPr kumimoji="0" lang="ro-RO" altLang="ro-RO" sz="18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endParaRPr>
                    </a:p>
                  </a:txBody>
                  <a:tcPr marL="65633" marR="6563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o-RO" altLang="ro-RO" sz="1800" b="1"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rPr>
                        <a:t>Total</a:t>
                      </a:r>
                      <a:endParaRPr kumimoji="0" lang="ro-RO" altLang="ro-RO" sz="18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endParaRPr>
                    </a:p>
                  </a:txBody>
                  <a:tcPr marL="65633" marR="6563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96265030"/>
                  </a:ext>
                </a:extLst>
              </a:tr>
              <a:tr h="371475">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o-RO" altLang="ro-RO" sz="18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rPr>
                        <a:t>Partid A</a:t>
                      </a:r>
                    </a:p>
                  </a:txBody>
                  <a:tcPr marL="65633" marR="6563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ro-RO" altLang="ro-RO" sz="1800" b="1"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rPr>
                        <a:t>44</a:t>
                      </a:r>
                      <a:endParaRPr kumimoji="0" lang="ro-RO" altLang="ro-RO" sz="18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endParaRPr>
                    </a:p>
                  </a:txBody>
                  <a:tcPr marL="65633" marR="6563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ro-RO" altLang="ro-RO" sz="1800" b="1"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rPr>
                        <a:t>65</a:t>
                      </a:r>
                      <a:endParaRPr kumimoji="0" lang="ro-RO" altLang="ro-RO" sz="18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endParaRPr>
                    </a:p>
                  </a:txBody>
                  <a:tcPr marL="65633" marR="6563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ro-RO" altLang="ro-RO" sz="1800" b="1"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rPr>
                        <a:t>+44</a:t>
                      </a:r>
                      <a:endParaRPr kumimoji="0" lang="ro-RO" altLang="ro-RO" sz="18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endParaRPr>
                    </a:p>
                  </a:txBody>
                  <a:tcPr marL="65633" marR="6563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ro-RO" altLang="ro-RO" sz="1800" b="1" i="0" u="none" strike="noStrike" cap="none" normalizeH="0" baseline="0">
                          <a:ln>
                            <a:noFill/>
                          </a:ln>
                          <a:solidFill>
                            <a:srgbClr val="FF0000"/>
                          </a:solidFill>
                          <a:effectLst/>
                          <a:latin typeface="Times New Roman" panose="02020603050405020304" pitchFamily="18" charset="0"/>
                          <a:ea typeface="Calibri" panose="020F0502020204030204" pitchFamily="34" charset="0"/>
                          <a:cs typeface="Calibri" panose="020F0502020204030204" pitchFamily="34" charset="0"/>
                        </a:rPr>
                        <a:t>109</a:t>
                      </a:r>
                      <a:endParaRPr kumimoji="0" lang="ro-RO" altLang="ro-RO" sz="18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endParaRPr>
                    </a:p>
                  </a:txBody>
                  <a:tcPr marL="65633" marR="6563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75887500"/>
                  </a:ext>
                </a:extLst>
              </a:tr>
              <a:tr h="371475">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o-RO" altLang="ro-RO" sz="18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rPr>
                        <a:t>Partid B</a:t>
                      </a:r>
                    </a:p>
                  </a:txBody>
                  <a:tcPr marL="65633" marR="6563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ro-RO" altLang="ro-RO" sz="1800" b="1"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rPr>
                        <a:t>40</a:t>
                      </a:r>
                      <a:endParaRPr kumimoji="0" lang="ro-RO" altLang="ro-RO" sz="18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endParaRPr>
                    </a:p>
                  </a:txBody>
                  <a:tcPr marL="65633" marR="6563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ro-RO" altLang="ro-RO" sz="1800" b="1"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rPr>
                        <a:t>34</a:t>
                      </a:r>
                      <a:endParaRPr kumimoji="0" lang="ro-RO" altLang="ro-RO" sz="18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endParaRPr>
                    </a:p>
                  </a:txBody>
                  <a:tcPr marL="65633" marR="6563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ro-RO" altLang="ro-RO" sz="1800" b="1"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rPr>
                        <a:t>+40</a:t>
                      </a:r>
                      <a:endParaRPr kumimoji="0" lang="ro-RO" altLang="ro-RO" sz="18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endParaRPr>
                    </a:p>
                  </a:txBody>
                  <a:tcPr marL="65633" marR="6563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ro-RO" altLang="ro-RO" sz="1800" b="1" i="0" u="none" strike="noStrike" cap="none" normalizeH="0" baseline="0">
                          <a:ln>
                            <a:noFill/>
                          </a:ln>
                          <a:solidFill>
                            <a:srgbClr val="FF0000"/>
                          </a:solidFill>
                          <a:effectLst/>
                          <a:latin typeface="Times New Roman" panose="02020603050405020304" pitchFamily="18" charset="0"/>
                          <a:ea typeface="Calibri" panose="020F0502020204030204" pitchFamily="34" charset="0"/>
                          <a:cs typeface="Calibri" panose="020F0502020204030204" pitchFamily="34" charset="0"/>
                        </a:rPr>
                        <a:t> 74</a:t>
                      </a:r>
                      <a:endParaRPr kumimoji="0" lang="ro-RO" altLang="ro-RO" sz="18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endParaRPr>
                    </a:p>
                  </a:txBody>
                  <a:tcPr marL="65633" marR="6563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47510132"/>
                  </a:ext>
                </a:extLst>
              </a:tr>
              <a:tr h="371475">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o-RO" altLang="ro-RO" sz="18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rPr>
                        <a:t>Partid C</a:t>
                      </a:r>
                    </a:p>
                  </a:txBody>
                  <a:tcPr marL="65633" marR="6563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ro-RO" altLang="ro-RO" sz="1800" b="1"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rPr>
                        <a:t>10</a:t>
                      </a:r>
                      <a:endParaRPr kumimoji="0" lang="ro-RO" altLang="ro-RO" sz="18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endParaRPr>
                    </a:p>
                  </a:txBody>
                  <a:tcPr marL="65633" marR="6563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ro-RO" altLang="ro-RO" sz="1800" b="1"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rPr>
                        <a:t>1</a:t>
                      </a:r>
                      <a:endParaRPr kumimoji="0" lang="ro-RO" altLang="ro-RO" sz="18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endParaRPr>
                    </a:p>
                  </a:txBody>
                  <a:tcPr marL="65633" marR="6563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ro-RO" altLang="ro-RO" sz="1800" b="1"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rPr>
                        <a:t>+10</a:t>
                      </a:r>
                      <a:endParaRPr kumimoji="0" lang="ro-RO" altLang="ro-RO" sz="18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endParaRPr>
                    </a:p>
                  </a:txBody>
                  <a:tcPr marL="65633" marR="6563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ro-RO" altLang="ro-RO" sz="1800" b="1" i="0" u="none" strike="noStrike" cap="none" normalizeH="0" baseline="0">
                          <a:ln>
                            <a:noFill/>
                          </a:ln>
                          <a:solidFill>
                            <a:srgbClr val="FF0000"/>
                          </a:solidFill>
                          <a:effectLst/>
                          <a:latin typeface="Times New Roman" panose="02020603050405020304" pitchFamily="18" charset="0"/>
                          <a:ea typeface="Calibri" panose="020F0502020204030204" pitchFamily="34" charset="0"/>
                          <a:cs typeface="Calibri" panose="020F0502020204030204" pitchFamily="34" charset="0"/>
                        </a:rPr>
                        <a:t>11</a:t>
                      </a:r>
                      <a:endParaRPr kumimoji="0" lang="ro-RO" altLang="ro-RO" sz="18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endParaRPr>
                    </a:p>
                  </a:txBody>
                  <a:tcPr marL="65633" marR="6563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29210772"/>
                  </a:ext>
                </a:extLst>
              </a:tr>
              <a:tr h="371475">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o-RO" altLang="ro-RO" sz="18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rPr>
                        <a:t>Partid D</a:t>
                      </a:r>
                    </a:p>
                  </a:txBody>
                  <a:tcPr marL="65633" marR="6563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ro-RO" altLang="ro-RO" sz="1800" b="1"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rPr>
                        <a:t>6</a:t>
                      </a:r>
                      <a:endParaRPr kumimoji="0" lang="ro-RO" altLang="ro-RO" sz="18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endParaRPr>
                    </a:p>
                  </a:txBody>
                  <a:tcPr marL="65633" marR="6563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ro-RO" altLang="ro-RO" sz="1800" b="1"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rPr>
                        <a:t>0</a:t>
                      </a:r>
                      <a:endParaRPr kumimoji="0" lang="ro-RO" altLang="ro-RO" sz="18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endParaRPr>
                    </a:p>
                  </a:txBody>
                  <a:tcPr marL="65633" marR="6563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ro-RO" altLang="ro-RO" sz="1800" b="1"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rPr>
                        <a:t>+6</a:t>
                      </a:r>
                      <a:endParaRPr kumimoji="0" lang="ro-RO" altLang="ro-RO" sz="18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endParaRPr>
                    </a:p>
                  </a:txBody>
                  <a:tcPr marL="65633" marR="6563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ro-RO" altLang="ro-RO" sz="1800" b="1" i="0" u="none" strike="noStrike" cap="none" normalizeH="0" baseline="0">
                          <a:ln>
                            <a:noFill/>
                          </a:ln>
                          <a:solidFill>
                            <a:srgbClr val="FF0000"/>
                          </a:solidFill>
                          <a:effectLst/>
                          <a:latin typeface="Times New Roman" panose="02020603050405020304" pitchFamily="18" charset="0"/>
                          <a:ea typeface="Calibri" panose="020F0502020204030204" pitchFamily="34" charset="0"/>
                          <a:cs typeface="Calibri" panose="020F0502020204030204" pitchFamily="34" charset="0"/>
                        </a:rPr>
                        <a:t>6</a:t>
                      </a:r>
                      <a:endParaRPr kumimoji="0" lang="ro-RO" altLang="ro-RO" sz="18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endParaRPr>
                    </a:p>
                  </a:txBody>
                  <a:tcPr marL="65633" marR="6563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63905826"/>
                  </a:ext>
                </a:extLst>
              </a:tr>
              <a:tr h="371475">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ro-RO" altLang="ro-RO" sz="1800" b="1"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rPr>
                        <a:t>Total</a:t>
                      </a:r>
                      <a:endParaRPr kumimoji="0" lang="ro-RO" altLang="ro-RO" sz="18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endParaRPr>
                    </a:p>
                  </a:txBody>
                  <a:tcPr marL="65633" marR="6563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ro-RO" altLang="ro-RO" sz="1800" b="1"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rPr>
                        <a:t>100</a:t>
                      </a:r>
                      <a:endParaRPr kumimoji="0" lang="ro-RO" altLang="ro-RO" sz="18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endParaRPr>
                    </a:p>
                  </a:txBody>
                  <a:tcPr marL="65633" marR="6563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ro-RO" altLang="ro-RO" sz="1800" b="1"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rPr>
                        <a:t>100</a:t>
                      </a:r>
                      <a:endParaRPr kumimoji="0" lang="ro-RO" altLang="ro-RO" sz="18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endParaRPr>
                    </a:p>
                  </a:txBody>
                  <a:tcPr marL="65633" marR="6563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ro-RO" altLang="ro-RO" sz="1800" b="1"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rPr>
                        <a:t>100</a:t>
                      </a:r>
                    </a:p>
                  </a:txBody>
                  <a:tcPr marL="65633" marR="6563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ro-RO" altLang="ro-RO" sz="1800" b="1" i="0" u="none" strike="noStrike" cap="none" normalizeH="0" baseline="0">
                          <a:ln>
                            <a:noFill/>
                          </a:ln>
                          <a:solidFill>
                            <a:srgbClr val="FF0000"/>
                          </a:solidFill>
                          <a:effectLst/>
                          <a:latin typeface="Times New Roman" panose="02020603050405020304" pitchFamily="18" charset="0"/>
                          <a:ea typeface="Calibri" panose="020F0502020204030204" pitchFamily="34" charset="0"/>
                          <a:cs typeface="Calibri" panose="020F0502020204030204" pitchFamily="34" charset="0"/>
                        </a:rPr>
                        <a:t>200</a:t>
                      </a:r>
                      <a:endParaRPr kumimoji="0" lang="ro-RO" altLang="ro-RO" sz="18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Calibri" panose="020F0502020204030204" pitchFamily="34" charset="0"/>
                      </a:endParaRPr>
                    </a:p>
                  </a:txBody>
                  <a:tcPr marL="65633" marR="6563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57766770"/>
                  </a:ext>
                </a:extLst>
              </a:tr>
            </a:tbl>
          </a:graphicData>
        </a:graphic>
      </p:graphicFrame>
    </p:spTree>
    <p:extLst>
      <p:ext uri="{BB962C8B-B14F-4D97-AF65-F5344CB8AC3E}">
        <p14:creationId xmlns:p14="http://schemas.microsoft.com/office/powerpoint/2010/main" val="38658594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Titlu 1">
            <a:extLst>
              <a:ext uri="{FF2B5EF4-FFF2-40B4-BE49-F238E27FC236}">
                <a16:creationId xmlns:a16="http://schemas.microsoft.com/office/drawing/2014/main" id="{ADECE6A4-25FE-4CA4-9273-69313DD9436A}"/>
              </a:ext>
            </a:extLst>
          </p:cNvPr>
          <p:cNvSpPr>
            <a:spLocks noGrp="1" noChangeArrowheads="1"/>
          </p:cNvSpPr>
          <p:nvPr>
            <p:ph type="title"/>
          </p:nvPr>
        </p:nvSpPr>
        <p:spPr>
          <a:xfrm>
            <a:off x="1919288" y="188913"/>
            <a:ext cx="7772400" cy="1143000"/>
          </a:xfrm>
        </p:spPr>
        <p:txBody>
          <a:bodyPr>
            <a:normAutofit/>
          </a:bodyPr>
          <a:lstStyle/>
          <a:p>
            <a:pPr algn="ctr"/>
            <a:r>
              <a:rPr lang="ro-RO" altLang="ro-RO" sz="3200" b="1" dirty="0">
                <a:latin typeface="Times New Roman" panose="02020603050405020304" pitchFamily="18" charset="0"/>
                <a:cs typeface="Times New Roman" panose="02020603050405020304" pitchFamily="18" charset="0"/>
              </a:rPr>
              <a:t>Alte sisteme electorale mixte: </a:t>
            </a:r>
            <a:br>
              <a:rPr lang="ro-RO" altLang="ro-RO" sz="3200" b="1" dirty="0">
                <a:latin typeface="Times New Roman" panose="02020603050405020304" pitchFamily="18" charset="0"/>
                <a:cs typeface="Times New Roman" panose="02020603050405020304" pitchFamily="18" charset="0"/>
              </a:rPr>
            </a:br>
            <a:r>
              <a:rPr lang="ro-RO" altLang="ro-RO" sz="3200" b="1" dirty="0">
                <a:latin typeface="Times New Roman" panose="02020603050405020304" pitchFamily="18" charset="0"/>
                <a:cs typeface="Times New Roman" panose="02020603050405020304" pitchFamily="18" charset="0"/>
              </a:rPr>
              <a:t>votul alternativ</a:t>
            </a:r>
          </a:p>
        </p:txBody>
      </p:sp>
      <p:sp>
        <p:nvSpPr>
          <p:cNvPr id="114691" name="Dreptunghi 3">
            <a:extLst>
              <a:ext uri="{FF2B5EF4-FFF2-40B4-BE49-F238E27FC236}">
                <a16:creationId xmlns:a16="http://schemas.microsoft.com/office/drawing/2014/main" id="{9E340501-D5A6-4439-83A2-B644E32BFF6F}"/>
              </a:ext>
            </a:extLst>
          </p:cNvPr>
          <p:cNvSpPr>
            <a:spLocks noChangeArrowheads="1"/>
          </p:cNvSpPr>
          <p:nvPr/>
        </p:nvSpPr>
        <p:spPr bwMode="auto">
          <a:xfrm>
            <a:off x="499729" y="1484314"/>
            <a:ext cx="10760149" cy="4062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ro-RO" altLang="ro-RO" sz="2000" b="1" dirty="0"/>
              <a:t>Votul alternativ este o formă de vot plural apropiată, prin metodă, sistemului majoritar. Această formulă electorală permite fiecărui alegător să-și formeze propria listă de candidați puși în ordinea preferențelor (se mai numește uneori și vot preferențial), fie cu toți candidații (vot alternativ absolut) fie doar cu o parte (vot alternativ opțional). Alegătorii votează o singură dată pentru ca apoi sa fie simulate mai multe tururi (până la n-1 tururi pentru n candidați). </a:t>
            </a:r>
          </a:p>
          <a:p>
            <a:pPr algn="just" eaLnBrk="1" hangingPunct="1">
              <a:spcBef>
                <a:spcPct val="0"/>
              </a:spcBef>
              <a:buFontTx/>
              <a:buNone/>
            </a:pPr>
            <a:endParaRPr lang="ro-RO" altLang="ro-RO" sz="2000" b="1" dirty="0"/>
          </a:p>
          <a:p>
            <a:pPr algn="just" eaLnBrk="1" hangingPunct="1">
              <a:spcBef>
                <a:spcPct val="0"/>
              </a:spcBef>
              <a:buFontTx/>
              <a:buNone/>
            </a:pPr>
            <a:r>
              <a:rPr lang="ro-RO" altLang="ro-RO" sz="2000" b="1" dirty="0"/>
              <a:t>Mai întâi se iau în considerare voturile primilor candidați de pe liste. Dacă un candidat obține majoritatea absolută, este declarat învingător. Dacă nu, se scoate din listă candidatul cu cele mai puține voturi și se ridică cu unul locul candidaților aflați după cel eliminat. Se repetă procedura până când un candidat obține majoritatea absolută.</a:t>
            </a:r>
          </a:p>
          <a:p>
            <a:pPr algn="just" eaLnBrk="1" hangingPunct="1">
              <a:spcBef>
                <a:spcPct val="0"/>
              </a:spcBef>
              <a:buFontTx/>
              <a:buNone/>
            </a:pPr>
            <a:endParaRPr lang="ro-RO" altLang="ro-RO" sz="2000" b="1" dirty="0"/>
          </a:p>
          <a:p>
            <a:pPr algn="just" eaLnBrk="1" hangingPunct="1">
              <a:spcBef>
                <a:spcPct val="0"/>
              </a:spcBef>
              <a:buFontTx/>
              <a:buNone/>
            </a:pPr>
            <a:r>
              <a:rPr lang="ro-RO" altLang="ro-RO" sz="2000" b="1" dirty="0"/>
              <a:t>Este folosit în Australia din 1918, în Irlanda la alierea președintelui, și în Nauru și Fiji.</a:t>
            </a:r>
          </a:p>
          <a:p>
            <a:pPr algn="just" eaLnBrk="1" hangingPunct="1">
              <a:spcBef>
                <a:spcPct val="0"/>
              </a:spcBef>
              <a:buFontTx/>
              <a:buNone/>
            </a:pPr>
            <a:r>
              <a:rPr lang="ro-RO" altLang="ro-RO" sz="1800" dirty="0"/>
              <a:t>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Titlu 1">
            <a:extLst>
              <a:ext uri="{FF2B5EF4-FFF2-40B4-BE49-F238E27FC236}">
                <a16:creationId xmlns:a16="http://schemas.microsoft.com/office/drawing/2014/main" id="{4102BA34-5410-4AE1-9DB9-2F579161BFFB}"/>
              </a:ext>
            </a:extLst>
          </p:cNvPr>
          <p:cNvSpPr>
            <a:spLocks noGrp="1" noChangeArrowheads="1"/>
          </p:cNvSpPr>
          <p:nvPr>
            <p:ph type="title"/>
          </p:nvPr>
        </p:nvSpPr>
        <p:spPr>
          <a:xfrm>
            <a:off x="2063750" y="188913"/>
            <a:ext cx="7772400" cy="792162"/>
          </a:xfrm>
        </p:spPr>
        <p:txBody>
          <a:bodyPr>
            <a:normAutofit/>
          </a:bodyPr>
          <a:lstStyle/>
          <a:p>
            <a:pPr algn="ctr"/>
            <a:r>
              <a:rPr lang="ro-RO" altLang="ro-RO" sz="3200" b="1" dirty="0">
                <a:latin typeface="Times New Roman" panose="02020603050405020304" pitchFamily="18" charset="0"/>
                <a:cs typeface="Times New Roman" panose="02020603050405020304" pitchFamily="18" charset="0"/>
              </a:rPr>
              <a:t>Votul unic transferabil</a:t>
            </a:r>
            <a:endParaRPr lang="ro-RO" altLang="ro-RO" sz="3200" dirty="0">
              <a:latin typeface="Times New Roman" panose="02020603050405020304" pitchFamily="18" charset="0"/>
              <a:cs typeface="Times New Roman" panose="02020603050405020304" pitchFamily="18" charset="0"/>
            </a:endParaRPr>
          </a:p>
        </p:txBody>
      </p:sp>
      <p:sp>
        <p:nvSpPr>
          <p:cNvPr id="115715" name="Dreptunghi 2">
            <a:extLst>
              <a:ext uri="{FF2B5EF4-FFF2-40B4-BE49-F238E27FC236}">
                <a16:creationId xmlns:a16="http://schemas.microsoft.com/office/drawing/2014/main" id="{8738B7A9-C901-458A-9A00-D1643A4020CF}"/>
              </a:ext>
            </a:extLst>
          </p:cNvPr>
          <p:cNvSpPr>
            <a:spLocks noChangeArrowheads="1"/>
          </p:cNvSpPr>
          <p:nvPr/>
        </p:nvSpPr>
        <p:spPr bwMode="auto">
          <a:xfrm>
            <a:off x="552893" y="2205038"/>
            <a:ext cx="11121655" cy="4031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ro-RO" altLang="ro-RO" sz="2000" b="1" dirty="0"/>
              <a:t>Votul unic transferabil se organizează doar în circumscripții </a:t>
            </a:r>
            <a:r>
              <a:rPr lang="ro-RO" altLang="ro-RO" sz="2000" b="1" dirty="0" err="1"/>
              <a:t>plurinominale</a:t>
            </a:r>
            <a:r>
              <a:rPr lang="ro-RO" altLang="ro-RO" sz="2000" b="1" dirty="0"/>
              <a:t> cu cel puțin doi candidați. Alegatorul are posibilitatea de a nota candidații în funcție de preferențele sale. </a:t>
            </a:r>
          </a:p>
          <a:p>
            <a:pPr algn="just" eaLnBrk="1" hangingPunct="1">
              <a:spcBef>
                <a:spcPct val="0"/>
              </a:spcBef>
              <a:buFontTx/>
              <a:buNone/>
            </a:pPr>
            <a:endParaRPr lang="ro-RO" altLang="ro-RO" sz="2000" b="1" dirty="0"/>
          </a:p>
          <a:p>
            <a:pPr algn="just" eaLnBrk="1" hangingPunct="1">
              <a:spcBef>
                <a:spcPct val="0"/>
              </a:spcBef>
              <a:buFontTx/>
              <a:buNone/>
            </a:pPr>
            <a:r>
              <a:rPr lang="ro-RO" altLang="ro-RO" sz="2000" b="1" dirty="0"/>
              <a:t>Se stabilește coeficientul electoral de circumscripție E=[v/n+1]=1 (unde E este partea întreaga din număr) </a:t>
            </a:r>
          </a:p>
          <a:p>
            <a:pPr algn="just" eaLnBrk="1" hangingPunct="1">
              <a:spcBef>
                <a:spcPct val="0"/>
              </a:spcBef>
              <a:buFontTx/>
              <a:buNone/>
            </a:pPr>
            <a:endParaRPr lang="ro-RO" altLang="ro-RO" sz="2000" b="1" dirty="0"/>
          </a:p>
          <a:p>
            <a:pPr algn="just" eaLnBrk="1" hangingPunct="1">
              <a:spcBef>
                <a:spcPct val="0"/>
              </a:spcBef>
              <a:buFontTx/>
              <a:buNone/>
            </a:pPr>
            <a:r>
              <a:rPr lang="ro-RO" altLang="ro-RO" sz="2000" b="1" dirty="0"/>
              <a:t>Candidații care depășesc coeficientul electoral sunt declarați câștigători. Pentru candidații următori voturile se transferă până când unul dintre candidați va obține un număr de voturi egal cu coeficientul electoral. </a:t>
            </a:r>
          </a:p>
          <a:p>
            <a:pPr algn="just" eaLnBrk="1" hangingPunct="1">
              <a:spcBef>
                <a:spcPct val="0"/>
              </a:spcBef>
              <a:buFontTx/>
              <a:buNone/>
            </a:pPr>
            <a:endParaRPr lang="ro-RO" altLang="ro-RO" sz="2000" b="1" dirty="0"/>
          </a:p>
          <a:p>
            <a:pPr algn="just" eaLnBrk="1" hangingPunct="1">
              <a:spcBef>
                <a:spcPct val="0"/>
              </a:spcBef>
              <a:buFontTx/>
              <a:buNone/>
            </a:pPr>
            <a:r>
              <a:rPr lang="ro-RO" altLang="ro-RO" sz="2000" b="1" dirty="0"/>
              <a:t>Este folosit în Irlanda, Malta, Tasmania, Nepal.</a:t>
            </a:r>
            <a:r>
              <a:rPr lang="fr-FR" altLang="ro-RO" sz="2000" b="1" dirty="0"/>
              <a:t> </a:t>
            </a:r>
            <a:endParaRPr lang="ro-RO" altLang="ro-RO" sz="2000" b="1" dirty="0"/>
          </a:p>
          <a:p>
            <a:pPr eaLnBrk="1" hangingPunct="1">
              <a:spcBef>
                <a:spcPct val="0"/>
              </a:spcBef>
              <a:buFontTx/>
              <a:buNone/>
            </a:pPr>
            <a:endParaRPr lang="ro-RO" altLang="ro-RO" sz="1800" dirty="0"/>
          </a:p>
          <a:p>
            <a:pPr eaLnBrk="1" hangingPunct="1">
              <a:spcBef>
                <a:spcPct val="0"/>
              </a:spcBef>
              <a:buFontTx/>
              <a:buNone/>
            </a:pPr>
            <a:endParaRPr lang="ro-RO" altLang="ro-RO"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Titlu 1">
            <a:extLst>
              <a:ext uri="{FF2B5EF4-FFF2-40B4-BE49-F238E27FC236}">
                <a16:creationId xmlns:a16="http://schemas.microsoft.com/office/drawing/2014/main" id="{38CCD902-735F-4014-A687-CA648C1287A8}"/>
              </a:ext>
            </a:extLst>
          </p:cNvPr>
          <p:cNvSpPr>
            <a:spLocks noGrp="1" noChangeArrowheads="1"/>
          </p:cNvSpPr>
          <p:nvPr>
            <p:ph type="title"/>
          </p:nvPr>
        </p:nvSpPr>
        <p:spPr>
          <a:xfrm>
            <a:off x="1847850" y="115889"/>
            <a:ext cx="8134350" cy="936625"/>
          </a:xfrm>
        </p:spPr>
        <p:txBody>
          <a:bodyPr>
            <a:normAutofit/>
          </a:bodyPr>
          <a:lstStyle/>
          <a:p>
            <a:pPr algn="ctr"/>
            <a:r>
              <a:rPr lang="ro-RO" altLang="ro-RO" sz="3200" b="1" dirty="0">
                <a:latin typeface="Times New Roman" panose="02020603050405020304" pitchFamily="18" charset="0"/>
                <a:cs typeface="Times New Roman" panose="02020603050405020304" pitchFamily="18" charset="0"/>
              </a:rPr>
              <a:t>Votul unic netransferabil</a:t>
            </a:r>
            <a:endParaRPr lang="ro-RO" altLang="ro-RO" sz="3200" dirty="0">
              <a:latin typeface="Times New Roman" panose="02020603050405020304" pitchFamily="18" charset="0"/>
              <a:cs typeface="Times New Roman" panose="02020603050405020304" pitchFamily="18" charset="0"/>
            </a:endParaRPr>
          </a:p>
        </p:txBody>
      </p:sp>
      <p:sp>
        <p:nvSpPr>
          <p:cNvPr id="116739" name="Dreptunghi 2">
            <a:extLst>
              <a:ext uri="{FF2B5EF4-FFF2-40B4-BE49-F238E27FC236}">
                <a16:creationId xmlns:a16="http://schemas.microsoft.com/office/drawing/2014/main" id="{1A0980D2-A660-4825-A810-A45563E59867}"/>
              </a:ext>
            </a:extLst>
          </p:cNvPr>
          <p:cNvSpPr>
            <a:spLocks noChangeArrowheads="1"/>
          </p:cNvSpPr>
          <p:nvPr/>
        </p:nvSpPr>
        <p:spPr bwMode="auto">
          <a:xfrm>
            <a:off x="669851" y="1557338"/>
            <a:ext cx="10802679" cy="2616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ro-RO" altLang="ro-RO" sz="2000" b="1" dirty="0"/>
              <a:t>Votul unic netransferabil permite alegerea mai multor aleși. Fiecare alegător alege un candidat dintr-o listă. Candidați care au promit cele mai multe voturi sunt declarați aleși. </a:t>
            </a:r>
          </a:p>
          <a:p>
            <a:pPr eaLnBrk="1" hangingPunct="1">
              <a:spcBef>
                <a:spcPct val="0"/>
              </a:spcBef>
              <a:buFontTx/>
              <a:buNone/>
            </a:pPr>
            <a:endParaRPr lang="ro-RO" altLang="ro-RO" sz="2000" b="1" dirty="0"/>
          </a:p>
          <a:p>
            <a:pPr eaLnBrk="1" hangingPunct="1">
              <a:spcBef>
                <a:spcPct val="0"/>
              </a:spcBef>
              <a:buFontTx/>
              <a:buNone/>
            </a:pPr>
            <a:r>
              <a:rPr lang="ro-RO" altLang="ro-RO" sz="2000" b="1" dirty="0"/>
              <a:t>Este folosit în Japonia, Coreea de Sud, Taiwan, Iordania, Afganistan și Vanuatu. </a:t>
            </a:r>
          </a:p>
          <a:p>
            <a:pPr eaLnBrk="1" hangingPunct="1">
              <a:spcBef>
                <a:spcPct val="0"/>
              </a:spcBef>
              <a:buFontTx/>
              <a:buNone/>
            </a:pPr>
            <a:endParaRPr lang="ro-RO" altLang="ro-RO" sz="2000" b="1" dirty="0"/>
          </a:p>
          <a:p>
            <a:pPr eaLnBrk="1" hangingPunct="1">
              <a:spcBef>
                <a:spcPct val="0"/>
              </a:spcBef>
              <a:buFontTx/>
              <a:buNone/>
            </a:pPr>
            <a:r>
              <a:rPr lang="ro-RO" altLang="ro-RO" sz="2000" b="1" dirty="0"/>
              <a:t>Acest sistem obligă partidele să găsească o strategie pentru a nu risipi voturile (având prea puți candidați) dar nici să nu le concentreze, (având prea puțini).</a:t>
            </a:r>
            <a:endParaRPr lang="fr-FR" altLang="ro-RO" sz="2000" b="1" dirty="0"/>
          </a:p>
          <a:p>
            <a:pPr eaLnBrk="1" hangingPunct="1">
              <a:spcBef>
                <a:spcPct val="0"/>
              </a:spcBef>
              <a:buFontTx/>
              <a:buNone/>
            </a:pPr>
            <a:endParaRPr lang="ro-RO" altLang="ro-RO" sz="2400" dirty="0"/>
          </a:p>
        </p:txBody>
      </p:sp>
    </p:spTree>
  </p:cSld>
  <p:clrMapOvr>
    <a:masterClrMapping/>
  </p:clrMapOvr>
</p:sld>
</file>

<file path=ppt/theme/theme1.xml><?xml version="1.0" encoding="utf-8"?>
<a:theme xmlns:a="http://schemas.openxmlformats.org/drawingml/2006/main" name="Temă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174</TotalTime>
  <Words>1469</Words>
  <Application>Microsoft Office PowerPoint</Application>
  <PresentationFormat>Ecran lat</PresentationFormat>
  <Paragraphs>131</Paragraphs>
  <Slides>13</Slides>
  <Notes>0</Notes>
  <HiddenSlides>0</HiddenSlides>
  <MMClips>0</MMClips>
  <ScaleCrop>false</ScaleCrop>
  <HeadingPairs>
    <vt:vector size="6" baseType="variant">
      <vt:variant>
        <vt:lpstr>Fonturi utilizate</vt:lpstr>
      </vt:variant>
      <vt:variant>
        <vt:i4>4</vt:i4>
      </vt:variant>
      <vt:variant>
        <vt:lpstr>Temă</vt:lpstr>
      </vt:variant>
      <vt:variant>
        <vt:i4>1</vt:i4>
      </vt:variant>
      <vt:variant>
        <vt:lpstr>Titluri diapozitive</vt:lpstr>
      </vt:variant>
      <vt:variant>
        <vt:i4>13</vt:i4>
      </vt:variant>
    </vt:vector>
  </HeadingPairs>
  <TitlesOfParts>
    <vt:vector size="18" baseType="lpstr">
      <vt:lpstr>Arial</vt:lpstr>
      <vt:lpstr>Calibri</vt:lpstr>
      <vt:lpstr>Calibri Light</vt:lpstr>
      <vt:lpstr>Times New Roman</vt:lpstr>
      <vt:lpstr>Temă Office</vt:lpstr>
      <vt:lpstr>Scrutinul mixt</vt:lpstr>
      <vt:lpstr>Scrutinul mixt – definiție</vt:lpstr>
      <vt:lpstr>Scrutinul mixt propriu-zis</vt:lpstr>
      <vt:lpstr>Sistemul electoral german</vt:lpstr>
      <vt:lpstr>Buletinul dublu german</vt:lpstr>
      <vt:lpstr>Avantaje </vt:lpstr>
      <vt:lpstr> Sistemul electoral mixt cu finalitate majoritară: Ungaria  </vt:lpstr>
      <vt:lpstr>Sistemului mixt necompensat: Rusia</vt:lpstr>
      <vt:lpstr>  Model ipotetic de aplicare a sistemului mixt compensat </vt:lpstr>
      <vt:lpstr>Model ipotetic de aplicare a sistemului mixt necompensat</vt:lpstr>
      <vt:lpstr>Alte sisteme electorale mixte:  votul alternativ</vt:lpstr>
      <vt:lpstr>Votul unic transferabil</vt:lpstr>
      <vt:lpstr>Votul unic netransferabil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Scrutinul mixt</dc:title>
  <dc:creator>Cristian Pirvulescu</dc:creator>
  <cp:lastModifiedBy>Cristian Pirvulescu</cp:lastModifiedBy>
  <cp:revision>26</cp:revision>
  <dcterms:created xsi:type="dcterms:W3CDTF">2020-05-11T07:59:31Z</dcterms:created>
  <dcterms:modified xsi:type="dcterms:W3CDTF">2020-05-11T10:54:12Z</dcterms:modified>
</cp:coreProperties>
</file>